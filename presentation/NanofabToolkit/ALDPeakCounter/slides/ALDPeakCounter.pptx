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ALDPeakCounter — a desktop app that counts and visualizes pressure peaks in ALD log files. Each peak corresponds to a deposition cycle, so counting them is one way to count cycles. We'll cover what it does, the four detection knobs, the time alignment feature for comparing runs, and the chart interactions. No coding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scope. The app loads ALD pressure log files, finds the peaks (each peak is roughly one deposition cycle), and overlays the curves with peaks marked. The standout feature: per-file time sliders so two runs that started at different moments can be aligned for visual comparison. It's a focused, single-purpose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typical session. Open files, tweak parameters if needed, click Process Files, optionally use the per-file time-offset sliders to line runs up, and box-zoom on the chart. The results panel lists each file's peak count and the times of the detected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knobs. Min Height ignores peaks below a pressure threshold. Prominence is how much a bump stands out from the curve around it — the default of 0.01 is usually a good starting point. Min Distance is in samples (not seconds) and stops the detector from calling every wiggle a peak. Min Width filters out anything too narrow. Tighten to count fewer peaks; loosen to catch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time alignment, the feature that sets this app apart. After processing, each file has a row with a slider and a number box. Slide or type to shift that file forward or backward in time, click Apply, and the chart redraws. Zero clears just that file; Reset All clears everyone. This is purely a display offset — the files on disk aren't modified. Great for comparing two runs that started at different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expected file shape so people know what to feed in. A header row, then tab-separated columns: the first is time, the second is pressure. Anything else in the file is ignored. Non-numeric rows are skipped without complaint. If the app reports zero peaks on a file that should have many, this format is the first 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chart UX. Files get distinct colors and marker shapes so you can tell them apart. The legend lists each file's name, peak count, and any applied time offset. To zoom, click and drag a rectangle; Reset Zoom returns to the full view. It's straightforward and doesn't require menu diving.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on the math. The detector is SciPy's well-trusted find_peaks, with a tailored extra rule for the end of a run (since boundary peaks are easy to miss). The same code is used by the command-line peakCount in UNanofabTools — this GUI is the friendly wrapper. For each file you get the count, the times, and the pressures at each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points. The app only reads files, never modifies them. It runs entirely on your computer with no network. On any startup error it pops up a detailed, copyable dialog — handy when shipped to a non-developer. It's packaged as a single Windows executable by PyInstaller so users don't need Python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ALDPeakCounter is a small, focused, well-bounded tool: count cycles, compare runs visually, with one really useful feature (time alignment) and a clean chart UI.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ALDPeakCounter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Count cycles in an ALD run and compare runs side by side.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does, in one breath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Opens one or more pressure-vs-time data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Detects peaks (= deposition cycles) in each.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Plots them together, each file in its own color, peaks marked.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Lets you shift files in time to overlay and compare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a session goes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Add files  </a:t>
            </a:r>
            <a:pPr indent="0" marL="0">
              <a:buNone/>
            </a:pPr>
            <a:r>
              <a:rPr lang="en-US" sz="1300" dirty="0">
                <a:solidFill>
                  <a:srgbClr val="595959"/>
                </a:solidFill>
                <a:latin typeface="Calibri" pitchFamily="34" charset="0"/>
                <a:ea typeface="Calibri" pitchFamily="34" charset="-122"/>
                <a:cs typeface="Calibri" pitchFamily="34" charset="-120"/>
              </a:rPr>
              <a:t>pick one or several text data files.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Tune parameters (optional)  </a:t>
            </a:r>
            <a:pPr indent="0" marL="0">
              <a:buNone/>
            </a:pPr>
            <a:r>
              <a:rPr lang="en-US" sz="1300" dirty="0">
                <a:solidFill>
                  <a:srgbClr val="595959"/>
                </a:solidFill>
                <a:latin typeface="Calibri" pitchFamily="34" charset="0"/>
                <a:ea typeface="Calibri" pitchFamily="34" charset="-122"/>
                <a:cs typeface="Calibri" pitchFamily="34" charset="-120"/>
              </a:rPr>
              <a:t>set what counts as a peak.</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Process Files  </a:t>
            </a:r>
            <a:pPr indent="0" marL="0">
              <a:buNone/>
            </a:pPr>
            <a:r>
              <a:rPr lang="en-US" sz="1300" dirty="0">
                <a:solidFill>
                  <a:srgbClr val="595959"/>
                </a:solidFill>
                <a:latin typeface="Calibri" pitchFamily="34" charset="0"/>
                <a:ea typeface="Calibri" pitchFamily="34" charset="-122"/>
                <a:cs typeface="Calibri" pitchFamily="34" charset="-120"/>
              </a:rPr>
              <a:t>the app counts and plots; totals appear in the results panel.</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Align in time (optional)  </a:t>
            </a:r>
            <a:pPr indent="0" marL="0">
              <a:buNone/>
            </a:pPr>
            <a:r>
              <a:rPr lang="en-US" sz="1300" dirty="0">
                <a:solidFill>
                  <a:srgbClr val="595959"/>
                </a:solidFill>
                <a:latin typeface="Calibri" pitchFamily="34" charset="0"/>
                <a:ea typeface="Calibri" pitchFamily="34" charset="-122"/>
                <a:cs typeface="Calibri" pitchFamily="34" charset="-120"/>
              </a:rPr>
              <a:t>use per-file sliders to overlay runs.</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Zoom in  </a:t>
            </a:r>
            <a:pPr indent="0" marL="0">
              <a:buNone/>
            </a:pPr>
            <a:r>
              <a:rPr lang="en-US" sz="1300" dirty="0">
                <a:solidFill>
                  <a:srgbClr val="595959"/>
                </a:solidFill>
                <a:latin typeface="Calibri" pitchFamily="34" charset="0"/>
                <a:ea typeface="Calibri" pitchFamily="34" charset="-122"/>
                <a:cs typeface="Calibri" pitchFamily="34" charset="-120"/>
              </a:rPr>
              <a:t>click-and-drag a box on the chart; Reset Zoom to return.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four detection parameters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291840"/>
                <a:gridCol w="75895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Parameter</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Min Height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Peaks must reach at least this pressure (0 = ignore)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Prominence (default 0.01)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How much a peak must stand out from its surroundings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Min Distance (default 10)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Minimum samples between peaks — avoids noise being counted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Min Width</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Peaks must be at least this wide (0 = ignore)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Time alignment, the secret weapon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loaded file gets its own row of controls.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Slider (-50 to +50) or type a number; Apply commits, Zero resets that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Reset All Offsets zeros everything at once.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Purely visual — the underlying files are never changed.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an input file looks like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Plain text, header row, tab-separated; first two columns are time and pressure:</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time    pressure   (other columns ignored)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0.0     1.2e-2</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0.5     1.5e-2</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1.0     2.0e-2</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1.5     1.8e-2</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Non-numeric rows are skipped; everything else is just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Chart interactions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file plotted in its own color, with a unique marker shape for peaks.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Legend shows the filename, peak count, and any time offset.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Click and drag a box on the chart to zoom 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Reset Zoom returns to the full view.</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About the peak detector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Uses a standard, well-tested algorithm (SciPy's find_peaks).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Adds a small extra rule to catch a peak right at the end of a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detector is the same code used by UNanofabTools' peakCount.py.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Returns peak count, peak times, and peak pressures — shown in the results panel.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never changes the source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Runs locally; no network connection needed.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startup fails, a windowed error dialog shows full diagnostics.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Packaged as a Windows executable via PyInstaller for non-developer users.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ALDPeakCounter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focused desktop tool for counting ALD cycles and comparing runs.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Four detection knobs let you tune sensitivity.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Per-file time alignment overlays runs without altering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detection logic as UNanofabTools' peakCount.py.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ALDPeakCounter</dc:title>
  <dc:subject>PptxGenJS Presentation</dc:subject>
  <dc:creator>Faith</dc:creator>
  <cp:lastModifiedBy>Faith</cp:lastModifiedBy>
  <cp:revision>1</cp:revision>
  <dcterms:created xsi:type="dcterms:W3CDTF">2026-05-27T19:46:15Z</dcterms:created>
  <dcterms:modified xsi:type="dcterms:W3CDTF">2026-05-27T19:46:15Z</dcterms:modified>
</cp:coreProperties>
</file>