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DentonDecoder, a small desktop app that reads Denton evaporator CSV logs and lets you chart any column over time. Useful for inspecting a single run's pressure, temperature, power, or any other recorded value. No coding background needed. We'll also clarify what makes it different from the DAT tools in UNanofabTools.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why. A Denton run produces a CSV with many columns and many rows — useful, but not easy to scan. The common need is a chart of just one column over time. DentonDecoder is purpose-built for that: open the file, pick the column, see the graph. The log scale option is genuinely useful for vacuum pressure, which spans many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clarification, because they sound similar. The DAT tools (DATfixer, DATgrapher) are command-line helpers for cleaning Denton 635 event logs and plotting pressure. DentonDecoder is a GUI converter and viewer: it can convert a selected .dat file to a temporary CSV, or open an existing CSV, then graph arbitrary columns. The overlap is Denton data; the workflow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Open a CSV, the app reads the header row and offers every column in a dropdown. Pick one and the chart appears instantly. Switch columns freely. Toggle log scale for pressure or other huge-range data. Save the chart to an image file if needed. The default starting column is Chamber Pressure (Torr) — usually the most interesting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time math briefly. Each timestamp is HH:MM:SS only (no date). The first row's time becomes the zero point, and every later row is plotted as seconds since that point. If the run crosses midnight, the app adds 24 hours automatically — for one rollover. Runs longer than a day or with multiple midnights aren't supported and are flagged in the developer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log-scale option's value concrete. Vacuum pressure during a pump-down spans many orders of magnitude. On a linear scale, everything small looks like zero — the early high-pressure portion crushes the rest flat. A logarithmic y-axis spreads the orders out evenly so the whole curve is visible. One checkbox toggles it. Most pressure-vs-time inspections want this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on input. The file must have a header row (so the app can list column names) and HH:MM:SS timestamps in the first column. Other columns can be anything — every named column shows up in the dropdown. Bad rows (non-numeric values, missing fields) are skipped without complaint. If a column the app says it found produces only a few points, that's the file format being not quite as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points. Like its sibling tools, it only reads, never modifies files. Runs entirely on your computer. The error-dialog fallback on startup is genuinely useful — when the app fails for a non-developer, they get a copyable message instead of a silent crash. Packaged with PyInstaller, so it's a single .exe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DentonDecoder is a GUI converter and visualizer for Denton .dat or CSV logs. It complements the command-line DAT tools, not duplicates them. Simple input, simple output, useful log-scale and alignment options.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NANOFABTOOLKIT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DentonDecoder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Chart any column from Denton .dat or CSV logs against time.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problem it solves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DentonDecoder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Denton runs export a CSV with dozens of columns — hard to read raw.</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Usually you only care about one column over time (pressure, temp, etc.).</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DentonDecoder lets you pick a column and instantly see the chart.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Optional log scale makes vacuum data readable across many orders of magnitude.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Not the same as DATfixer/DATgrapher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DentonDecoder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DentonDecoder (here)</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Works on Denton .dat or CSV logs.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Converts .dat to temporary CSV.</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Pick any column to chart.</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DAT tools (in UNanofabTools)</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Work on binary .DAT logs.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Decode the proprietary format first.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Specifically the Denton 635 event logs.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you use it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DentonDecoder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Open the app  </a:t>
            </a:r>
            <a:pPr indent="0" marL="0">
              <a:buNone/>
            </a:pPr>
            <a:r>
              <a:rPr lang="en-US" sz="1300" dirty="0">
                <a:solidFill>
                  <a:srgbClr val="595959"/>
                </a:solidFill>
                <a:latin typeface="Calibri" pitchFamily="34" charset="0"/>
                <a:ea typeface="Calibri" pitchFamily="34" charset="-122"/>
                <a:cs typeface="Calibri" pitchFamily="34" charset="-120"/>
              </a:rPr>
              <a:t>and pick a Denton .dat or CSV log file.</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Choose a column  </a:t>
            </a:r>
            <a:pPr indent="0" marL="0">
              <a:buNone/>
            </a:pPr>
            <a:r>
              <a:rPr lang="en-US" sz="1300" dirty="0">
                <a:solidFill>
                  <a:srgbClr val="595959"/>
                </a:solidFill>
                <a:latin typeface="Calibri" pitchFamily="34" charset="0"/>
                <a:ea typeface="Calibri" pitchFamily="34" charset="-122"/>
                <a:cs typeface="Calibri" pitchFamily="34" charset="-120"/>
              </a:rPr>
              <a:t>from a dropdown — the app reads the file's header to list options.</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See the chart  </a:t>
            </a:r>
            <a:pPr indent="0" marL="0">
              <a:buNone/>
            </a:pPr>
            <a:r>
              <a:rPr lang="en-US" sz="1300" dirty="0">
                <a:solidFill>
                  <a:srgbClr val="595959"/>
                </a:solidFill>
                <a:latin typeface="Calibri" pitchFamily="34" charset="0"/>
                <a:ea typeface="Calibri" pitchFamily="34" charset="-122"/>
                <a:cs typeface="Calibri" pitchFamily="34" charset="-120"/>
              </a:rPr>
              <a:t>rendered immediately; switch columns at will.</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Optional: log scale  </a:t>
            </a:r>
            <a:pPr indent="0" marL="0">
              <a:buNone/>
            </a:pPr>
            <a:r>
              <a:rPr lang="en-US" sz="1300" dirty="0">
                <a:solidFill>
                  <a:srgbClr val="595959"/>
                </a:solidFill>
                <a:latin typeface="Calibri" pitchFamily="34" charset="0"/>
                <a:ea typeface="Calibri" pitchFamily="34" charset="-122"/>
                <a:cs typeface="Calibri" pitchFamily="34" charset="-120"/>
              </a:rPr>
              <a:t>useful for pressure; save the chart as an image if you want.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time is handled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DentonDecoder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Each row's HH:MM:SS timestamp becomes 'seconds since the first row':</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Row 1: 14:23:05  →  t = 0</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Row 2: 14:23:10  →  t = 5</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Row 3: 14:23:15  →  t = 10</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Crossing midnight is auto-corrected (one rollover).</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The x-axis is elapsed time since the run started.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a log scale matters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DentonDecoder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Vacuum pressure can span from atmospheric to 1e-7 — that's 9 orders of magnitude.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 a regular y-axis the small numbers all sit near zero.</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 a log axis you can see the whole pump-down curve clearly.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One checkbox; toggle it as needed.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the input file needs to look like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DentonDecoder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Denton .dat input convertible to CSV, or CSV with a header row.</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First column = timestamp in HH:MM:SS form.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Any number of other columns, with their names in the header.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Rows the app can't parse are quietly skipped.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Good to know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DentonDecoder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Read-only — never changes the source file.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Runs locally; no internet needed.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startup fails, a windowed error dialog shows full diagnostics.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Packaged as a Windows executable via PyInstaller — no Python install needed.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NanofabToolkit — DentonDecoder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Open a Denton .dat or CSV log; pick a column; see the chart.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Optional log scale, optional save-as-image.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Different from DATfixer/DATgrapher — command-line pressure-log helpers.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Simple, focused, no surprises.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DentonDecoder</dc:title>
  <dc:subject>PptxGenJS Presentation</dc:subject>
  <dc:creator>Faith</dc:creator>
  <cp:lastModifiedBy>Faith</cp:lastModifiedBy>
  <cp:revision>1</cp:revision>
  <dcterms:created xsi:type="dcterms:W3CDTF">2026-05-27T19:46:15Z</dcterms:created>
  <dcterms:modified xsi:type="dcterms:W3CDTF">2026-05-27T19:46:15Z</dcterms:modified>
</cp:coreProperties>
</file>