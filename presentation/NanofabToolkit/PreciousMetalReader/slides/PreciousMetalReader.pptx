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covers PreciousMetalReader, a small desktop app that downloads precious-metal usage records from the university's CORES system for a given month and produces a tidy CSV summary. Useful for billing and bookkeeping. No coding background needed. We'll also clarify what makes this app distinct from the other CORES tool, HSCDownloader.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why. When someone runs a Denton evaporator, CORES records the precious metals used. For billing and bookkeeping, the lab needs that data, by month, in a spreadsheet. Doing this through the CORES website would be slow and click-heavy; this app turns it into one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data path explicit. The app talks directly to CORES (specifically a service called n8n that exposes CORES's data). It does NOT go through the cleanroom's nfhistory server. The data flows: CORES → this app → a CSV in your downloads folder. Don't go looking for these records on the nfhistory server; they live in 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Acknowledge the cousin. Both apps fetch from the same CORES n8n system, but they pull different datasets and serve different purposes. PreciousMetalReader is human-driven (you pick a month and run it once); HSCDownloader runs continuously to keep the website's machine pages fresh. Same warehouse, different shipments.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 session. Choose a month and year. Choose specific or all. If specific, choose the machine (Denton 635, Denton 18, TMV) — the metal list updates automatically — then choose the metal. Click Download. The app talks to CORES and saves a CSV in a downloads folder next to the app, ready to open in a spreadsheet. That's the whole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the work. It computes the right date range (e.g. February in a leap year is 29 days). For 'specific' it calls one CORES endpoint; for 'all' it loops over the dozen or so endpoints covering every metal/tool combination, combining responses and skipping any that returned no data. It then groups the line items by metal, sums the charges, and writes the result as CSV. The raw downloads are also kept in case you need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about the security caveat. CORES needs a bearer token to authorize the request. The app now prefers a protected setting (the CORES_TOKEN environment variable) over the old token baked into a Python file. The shared CORES token was rotated on 2026-06-29, so the old built-in value no longer works (it returns 403) — each machine needs the new token set and the app rebuilt. The sibling HSCDownloader, which shares this token, has already been updated.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pointers. The app keeps a log file with what it did; downloads land in a 'downloads' folder next to the executable. If something goes wrong on startup, you get a clear message rather than a silent crash. It's a single .exe to run, which makes life easier for non-developer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Operational summary. Read-only with respect to CORES. Internet required. Encrypted. Output is CSV, so any spreadsheet can open it. There's no special server-side software involved — just CORES on one end and the app on your computer on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PreciousMetalReader is a one-button monthly billing helper that talks to CORES directly. Don't confuse it with HSCDownloader (same source, different data, different purpose). The headline maintenance item is applying the rotated CORES token (set CORES_TOKEN and rebuild) so downloads work again.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NANOFABTOOLKIT · TOOL</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PreciousMetalReader</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Pull a month's precious-metal usage from CORES and turn it into a spreadsheet.</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A plain-English walkthrough.</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Why it exists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PreciousMetalReader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Denton evaporators consume precious metals — gold, platinum, and so on.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CORES (the university's records system) logs each charge.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For billing each month, the lab needs that data in a spreadsheet.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This app downloads it and formats it without any manual web clicking.</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Where the data comes from</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PreciousMetalReader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Not from our server — from a different university system:</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  CORES (university records, via 'n8n' webhook)</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GET line_item_batch_pull?service_ids=...</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PreciousMetalReader (this app)</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summarize, save as CSV</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downloads/&lt;month&gt;_&lt;metal&gt;.csv  →  open in Excel</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CORES holds the records; this app downloads and formats them. Our server isn't involved.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Cousin tool: HSCDownloader</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PreciousMetalReader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7" name="Text 5"/>
          <p:cNvSpPr/>
          <p:nvPr/>
        </p:nvSpPr>
        <p:spPr>
          <a:xfrm>
            <a:off x="640080"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PreciousMetalReader (here)</a:t>
            </a:r>
            <a:endParaRPr lang="en-US" sz="1600" dirty="0"/>
          </a:p>
        </p:txBody>
      </p:sp>
      <p:sp>
        <p:nvSpPr>
          <p:cNvPr id="8" name="Text 6"/>
          <p:cNvSpPr/>
          <p:nvPr/>
        </p:nvSpPr>
        <p:spPr>
          <a:xfrm>
            <a:off x="640080"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Talks to CORES n8n.</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Specifically precious-metal line items.</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On-demand, run by a person.</a:t>
            </a:r>
            <a:endParaRPr lang="en-US" sz="1350" dirty="0"/>
          </a:p>
        </p:txBody>
      </p:sp>
      <p:sp>
        <p:nvSpPr>
          <p:cNvPr id="9" name="Text 7"/>
          <p:cNvSpPr/>
          <p:nvPr/>
        </p:nvSpPr>
        <p:spPr>
          <a:xfrm>
            <a:off x="6323076"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HSCDownloader (UNanofabTools)</a:t>
            </a:r>
            <a:endParaRPr lang="en-US" sz="1600" dirty="0"/>
          </a:p>
        </p:txBody>
      </p:sp>
      <p:sp>
        <p:nvSpPr>
          <p:cNvPr id="10" name="Text 8"/>
          <p:cNvSpPr/>
          <p:nvPr/>
        </p:nvSpPr>
        <p:spPr>
          <a:xfrm>
            <a:off x="6323076"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Also talks to CORES n8n.</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Pulls per-machine run forms.</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Continuous, scheduled, unattended.</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How a session goes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PreciousMetalReader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932688" y="1280160"/>
            <a:ext cx="411480" cy="411480"/>
          </a:xfrm>
          <a:prstGeom prst="ellipse">
            <a:avLst/>
          </a:prstGeom>
          <a:solidFill>
            <a:srgbClr val="CC0000"/>
          </a:solidFill>
          <a:ln/>
        </p:spPr>
      </p:sp>
      <p:sp>
        <p:nvSpPr>
          <p:cNvPr id="8" name="Text 6"/>
          <p:cNvSpPr/>
          <p:nvPr/>
        </p:nvSpPr>
        <p:spPr>
          <a:xfrm>
            <a:off x="932688" y="1280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508760" y="1170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Pick month and year  </a:t>
            </a:r>
            <a:pPr indent="0" marL="0">
              <a:buNone/>
            </a:pPr>
            <a:r>
              <a:rPr lang="en-US" sz="1300" dirty="0">
                <a:solidFill>
                  <a:srgbClr val="595959"/>
                </a:solidFill>
                <a:latin typeface="Calibri" pitchFamily="34" charset="0"/>
                <a:ea typeface="Calibri" pitchFamily="34" charset="-122"/>
                <a:cs typeface="Calibri" pitchFamily="34" charset="-120"/>
              </a:rPr>
              <a:t>month from a dropdown; year typed in.</a:t>
            </a:r>
            <a:endParaRPr lang="en-US" sz="1400" dirty="0"/>
          </a:p>
        </p:txBody>
      </p:sp>
      <p:sp>
        <p:nvSpPr>
          <p:cNvPr id="10" name="Shape 8"/>
          <p:cNvSpPr/>
          <p:nvPr/>
        </p:nvSpPr>
        <p:spPr>
          <a:xfrm>
            <a:off x="932688" y="2148840"/>
            <a:ext cx="411480" cy="411480"/>
          </a:xfrm>
          <a:prstGeom prst="ellipse">
            <a:avLst/>
          </a:prstGeom>
          <a:solidFill>
            <a:srgbClr val="CC0000"/>
          </a:solidFill>
          <a:ln/>
        </p:spPr>
      </p:sp>
      <p:sp>
        <p:nvSpPr>
          <p:cNvPr id="11" name="Text 9"/>
          <p:cNvSpPr/>
          <p:nvPr/>
        </p:nvSpPr>
        <p:spPr>
          <a:xfrm>
            <a:off x="932688" y="2148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08760" y="2039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Specific or all?  </a:t>
            </a:r>
            <a:pPr indent="0" marL="0">
              <a:buNone/>
            </a:pPr>
            <a:r>
              <a:rPr lang="en-US" sz="1300" dirty="0">
                <a:solidFill>
                  <a:srgbClr val="595959"/>
                </a:solidFill>
                <a:latin typeface="Calibri" pitchFamily="34" charset="0"/>
                <a:ea typeface="Calibri" pitchFamily="34" charset="-122"/>
                <a:cs typeface="Calibri" pitchFamily="34" charset="-120"/>
              </a:rPr>
              <a:t>one tool/metal, or every tool/metal at once.</a:t>
            </a:r>
            <a:endParaRPr lang="en-US" sz="1400" dirty="0"/>
          </a:p>
        </p:txBody>
      </p:sp>
      <p:sp>
        <p:nvSpPr>
          <p:cNvPr id="13" name="Shape 11"/>
          <p:cNvSpPr/>
          <p:nvPr/>
        </p:nvSpPr>
        <p:spPr>
          <a:xfrm>
            <a:off x="932688" y="3017520"/>
            <a:ext cx="411480" cy="411480"/>
          </a:xfrm>
          <a:prstGeom prst="ellipse">
            <a:avLst/>
          </a:prstGeom>
          <a:solidFill>
            <a:srgbClr val="CC0000"/>
          </a:solidFill>
          <a:ln/>
        </p:spPr>
      </p:sp>
      <p:sp>
        <p:nvSpPr>
          <p:cNvPr id="14" name="Text 12"/>
          <p:cNvSpPr/>
          <p:nvPr/>
        </p:nvSpPr>
        <p:spPr>
          <a:xfrm>
            <a:off x="932688" y="30175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508760" y="290779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If specific, pick the machine + metal  </a:t>
            </a:r>
            <a:pPr indent="0" marL="0">
              <a:buNone/>
            </a:pPr>
            <a:r>
              <a:rPr lang="en-US" sz="1300" dirty="0">
                <a:solidFill>
                  <a:srgbClr val="595959"/>
                </a:solidFill>
                <a:latin typeface="Calibri" pitchFamily="34" charset="0"/>
                <a:ea typeface="Calibri" pitchFamily="34" charset="-122"/>
                <a:cs typeface="Calibri" pitchFamily="34" charset="-120"/>
              </a:rPr>
              <a:t>the metal list updates per machine.</a:t>
            </a:r>
            <a:endParaRPr lang="en-US" sz="1400" dirty="0"/>
          </a:p>
        </p:txBody>
      </p:sp>
      <p:sp>
        <p:nvSpPr>
          <p:cNvPr id="16" name="Shape 14"/>
          <p:cNvSpPr/>
          <p:nvPr/>
        </p:nvSpPr>
        <p:spPr>
          <a:xfrm>
            <a:off x="932688" y="3886200"/>
            <a:ext cx="411480" cy="411480"/>
          </a:xfrm>
          <a:prstGeom prst="ellipse">
            <a:avLst/>
          </a:prstGeom>
          <a:solidFill>
            <a:srgbClr val="CC0000"/>
          </a:solidFill>
          <a:ln/>
        </p:spPr>
      </p:sp>
      <p:sp>
        <p:nvSpPr>
          <p:cNvPr id="17" name="Text 15"/>
          <p:cNvSpPr/>
          <p:nvPr/>
        </p:nvSpPr>
        <p:spPr>
          <a:xfrm>
            <a:off x="932688" y="38862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508760" y="37764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Download  </a:t>
            </a:r>
            <a:pPr indent="0" marL="0">
              <a:buNone/>
            </a:pPr>
            <a:r>
              <a:rPr lang="en-US" sz="1300" dirty="0">
                <a:solidFill>
                  <a:srgbClr val="595959"/>
                </a:solidFill>
                <a:latin typeface="Calibri" pitchFamily="34" charset="0"/>
                <a:ea typeface="Calibri" pitchFamily="34" charset="-122"/>
                <a:cs typeface="Calibri" pitchFamily="34" charset="-120"/>
              </a:rPr>
              <a:t>the app fetches from CORES and writes a CSV.</a:t>
            </a:r>
            <a:endParaRPr lang="en-US" sz="1400" dirty="0"/>
          </a:p>
        </p:txBody>
      </p:sp>
      <p:sp>
        <p:nvSpPr>
          <p:cNvPr id="19" name="Shape 17"/>
          <p:cNvSpPr/>
          <p:nvPr/>
        </p:nvSpPr>
        <p:spPr>
          <a:xfrm>
            <a:off x="932688" y="4754880"/>
            <a:ext cx="411480" cy="411480"/>
          </a:xfrm>
          <a:prstGeom prst="ellipse">
            <a:avLst/>
          </a:prstGeom>
          <a:solidFill>
            <a:srgbClr val="CC0000"/>
          </a:solidFill>
          <a:ln/>
        </p:spPr>
      </p:sp>
      <p:sp>
        <p:nvSpPr>
          <p:cNvPr id="20" name="Text 18"/>
          <p:cNvSpPr/>
          <p:nvPr/>
        </p:nvSpPr>
        <p:spPr>
          <a:xfrm>
            <a:off x="932688" y="47548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1" name="Text 19"/>
          <p:cNvSpPr/>
          <p:nvPr/>
        </p:nvSpPr>
        <p:spPr>
          <a:xfrm>
            <a:off x="1508760" y="464515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Open the CSV  </a:t>
            </a:r>
            <a:pPr indent="0" marL="0">
              <a:buNone/>
            </a:pPr>
            <a:r>
              <a:rPr lang="en-US" sz="1300" dirty="0">
                <a:solidFill>
                  <a:srgbClr val="595959"/>
                </a:solidFill>
                <a:latin typeface="Calibri" pitchFamily="34" charset="0"/>
                <a:ea typeface="Calibri" pitchFamily="34" charset="-122"/>
                <a:cs typeface="Calibri" pitchFamily="34" charset="-120"/>
              </a:rPr>
              <a:t>in Excel for the summary.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the app does behind the scenes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PreciousMetalReader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Computes the correct date range for that month (leap years included).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Calls one CORES web service (specific) or several (all).</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Parses each response and combines the records.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Summarizes line items per metal and writes a CSV.</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About the access token</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PreciousMetalReader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CORES requires a secret token to prove the app is allowed to read.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app now reads the token from a setting (CORES_TOKEN), not baked in.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shared CORES token was rotated 2026-06-29 — the old built-in value no longer works (403).</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To-do: apply the new token on each machine and rebuild the app.</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Diagnostics and where files land</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PreciousMetalReader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Every action goes into a log file in a logs/ folder.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Downloaded CSVs land in a downloads/ folder next to the app.</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On startup errors, a friendly message box appears.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Packaged as a Windows executable (PyInstaller); no Python install required.</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Good to know</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PreciousMetalReader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Read-only: never changes anything in CORES.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Internet connection required.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Encrypted in transit.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Output is a CSV — open in Excel or any spreadsheet.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Recap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PreciousMetalReader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Pick a month → app pulls precious-metal records from CORES → produces a CSV.</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Talks to CORES, not our cleanroom server.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Cousin of HSCDownloader; same source, same token, different data.</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shared CORES token was rotated 2026-06-29 — apply the new token and rebuild.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PreciousMetalReader</dc:title>
  <dc:subject>PptxGenJS Presentation</dc:subject>
  <dc:creator>Faith</dc:creator>
  <cp:lastModifiedBy>Faith</cp:lastModifiedBy>
  <cp:revision>1</cp:revision>
  <dcterms:created xsi:type="dcterms:W3CDTF">2026-07-13T21:45:41Z</dcterms:created>
  <dcterms:modified xsi:type="dcterms:W3CDTF">2026-07-13T21:45:41Z</dcterms:modified>
</cp:coreProperties>
</file>