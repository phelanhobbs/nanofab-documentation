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looks at the programs on the other side of the server's machine-facing API — the 'consumers.' They live in a separate project called NanofabToolkit. There are two kinds: tiny programs on Raspberry Pi sensors that push data in, and desktop apps that pull data out to display it. Understanding both completes the picture of how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'Producers' are the small programs running on Raspberry Pi boards next to machines; they push readings to the server. 'Consumers' are desktop applications staff run on Windows PCs to fetch and display data. Both live in a separate code project (NanofabToolkit) and interact with the server only through the machine-facing addresses we covered in the sensor session. The server and these tools are decoupled — either side can change as long as the data format stays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producers to their endpoints. Each Pi runs purpose-built firmware: a particle sensor posts dust readings; an environmental sensor posts temperature and humidity; a newer combined unit posts both at once; the Parylene coater streams CSV batches; the Denton 18 posts vacuum pressure. These match one-to-one with the endpoint families from Part 08. The room and sensor labels are baked into each Pi before it's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Pis are surprisingly self-sufficient, which matters because nobody babysits them. They manage Wi-Fi connections and reconnect after dropouts, sync their clocks so timestamps are correct, send on a fixed schedule, and include watchdog logic to recover from errors — up to rebooting themselves. From the server's point of view none of this is visible; a Pi just shows up reliably every few minutes with a reading. Robust little devices are what make the data stream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consuming side, the main app is a particle-data viewer that draws a cleanroom map color-coded by current readings and lets you drill into any sensor's history. A Parylene reader lists and downloads finished run files. There are also standalone analysis tools that work on already-downloaded files and never contact the server. The viewers use the data-fetching addresses; the server's only job is to hand over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with the end-to-end story. A Pi takes a reading and packages it, sends it to the server, which files it away (full history to CSV, latest reading to the database). Sometime later a desktop app asks the server for the current snapshot or a specific sensor's history, and renders it as a map, table, or chart. The server is simply the well-known meeting point in the middle — the producers fill it, the consumers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clarifications. The desktop tools connect with certificate validation turned off, because the server uses an internal certificate the tools don't recognize — the traffic is still encrypted, just not verified, which is acceptable inside the private network. And a heads-up to prevent confusion: one tool in the toolkit, the Precious Metal Reader, calls a completely separate university system, not this server — so don't go looking for it in 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producer side is conceptually simple. The firmware reads the sensor, packages the numbers together with which room and sensor it is and the current time, and posts that to the server. The complexity in real firmware is the reliability scaffolding (Wi-Fi, clock, retries) around this core, not the core itself. Seeing the producing and receiving code side by side makes the data contract from Part 08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importance of the labels, a common real-world gotcha. Every reading carries the room and sensor identifiers baked into that Pi. The desktop viewer relies on them to color the right square on the cleanroom map. If a Pi is deployed with the wrong label, its perfectly good data will appear in the wrong room. So the labels are part of the data contract, and getting them right at deployment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consolidated map of the ecosystem. The Raspberry Pis are producers, sending data in. The desktop viewers are consumers, pulling data out. A few standalone tools are neither — they crunch files you've already downloaded and never touch the server. This table is the 'who's who' of everything that surrounds the server, and it clarifies that not everything in the toolkit even talks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architectural payoff. Because the server and the tools only agree on a data format, you can replace either side freely. Adding a new sensor type means adding an endpoint and pointing new firmware at it; adding a new visualization means adding a fetch and a display. The clean contract — structured data over an encrypted connection — is what keeps the whole ecosystem flexible. Next session walks a single request through the server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12</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What Talks to the Server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The Raspberry Pi sensors and desktop tools on the other end.</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kinds of consumer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Producers — Raspberry Pi firmware that sends sensor readings to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Consumers — desktop apps that fetch data back to visualize or download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Both live in the NanofabToolkit project, separate from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They talk to the server only over the addresses from Part 08.</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producers (Raspberry Pis)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108960"/>
                <a:gridCol w="2743200"/>
                <a:gridCol w="502920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Firmware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Sends to</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SPS30 dust readings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Environmental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/env-data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DHT22 temp/humidity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Combined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Both, in one message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Parylene Pi</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/sdsanalog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Streamed CSV batches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Denton 18 Pi</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/denton18pump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Vacuum-pressure samples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Pis handle on their own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Connecting to the lab Wi-Fi (and reconnecting if it drops).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Keeping their clock accurate so timestamps are right.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Sending on a schedule (e.g. every 15 minutes).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Recovering from errors — even restarting themselves if needed.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consumers (desktop apps)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Particle viewer — shows current readings on a cleanroom map, plus history per sensor.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Parylene reader — lists and downloads finished Parylene run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few local-only tools that don't touch the server at all.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They fetch via the GET addresses; the server just serves the data.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full round trip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From a sensor reading to a chart on screen.</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Pi reads its sensor  </a:t>
            </a:r>
            <a:pPr indent="0" marL="0">
              <a:buNone/>
            </a:pPr>
            <a:r>
              <a:rPr lang="en-US" sz="1300" dirty="0">
                <a:solidFill>
                  <a:srgbClr val="595959"/>
                </a:solidFill>
                <a:latin typeface="Calibri" pitchFamily="34" charset="0"/>
                <a:ea typeface="Calibri" pitchFamily="34" charset="-122"/>
                <a:cs typeface="Calibri" pitchFamily="34" charset="-120"/>
              </a:rPr>
              <a:t>and builds a small data message.</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Pi sends it to the server  </a:t>
            </a:r>
            <a:pPr indent="0" marL="0">
              <a:buNone/>
            </a:pPr>
            <a:r>
              <a:rPr lang="en-US" sz="1300" dirty="0">
                <a:solidFill>
                  <a:srgbClr val="595959"/>
                </a:solidFill>
                <a:latin typeface="Calibri" pitchFamily="34" charset="0"/>
                <a:ea typeface="Calibri" pitchFamily="34" charset="-122"/>
                <a:cs typeface="Calibri" pitchFamily="34" charset="-120"/>
              </a:rPr>
              <a:t>which stores it (CSV history + latest snapshot).</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Later, an app asks for data  </a:t>
            </a:r>
            <a:pPr indent="0" marL="0">
              <a:buNone/>
            </a:pPr>
            <a:r>
              <a:rPr lang="en-US" sz="1300" dirty="0">
                <a:solidFill>
                  <a:srgbClr val="595959"/>
                </a:solidFill>
                <a:latin typeface="Calibri" pitchFamily="34" charset="0"/>
                <a:ea typeface="Calibri" pitchFamily="34" charset="-122"/>
                <a:cs typeface="Calibri" pitchFamily="34" charset="-120"/>
              </a:rPr>
              <a:t>current readings, or one sensor's history.</a:t>
            </a:r>
            <a:endParaRPr lang="en-US" sz="1400" dirty="0"/>
          </a:p>
        </p:txBody>
      </p:sp>
      <p:sp>
        <p:nvSpPr>
          <p:cNvPr id="17" name="Shape 15"/>
          <p:cNvSpPr/>
          <p:nvPr/>
        </p:nvSpPr>
        <p:spPr>
          <a:xfrm>
            <a:off x="932688" y="4434840"/>
            <a:ext cx="411480" cy="411480"/>
          </a:xfrm>
          <a:prstGeom prst="ellipse">
            <a:avLst/>
          </a:prstGeom>
          <a:solidFill>
            <a:srgbClr val="CC0000"/>
          </a:solidFill>
          <a:ln/>
        </p:spPr>
      </p:sp>
      <p:sp>
        <p:nvSpPr>
          <p:cNvPr id="18" name="Text 16"/>
          <p:cNvSpPr/>
          <p:nvPr/>
        </p:nvSpPr>
        <p:spPr>
          <a:xfrm>
            <a:off x="932688" y="4434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508760" y="4325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app draws it  </a:t>
            </a:r>
            <a:pPr indent="0" marL="0">
              <a:buNone/>
            </a:pPr>
            <a:r>
              <a:rPr lang="en-US" sz="1300" dirty="0">
                <a:solidFill>
                  <a:srgbClr val="595959"/>
                </a:solidFill>
                <a:latin typeface="Calibri" pitchFamily="34" charset="0"/>
                <a:ea typeface="Calibri" pitchFamily="34" charset="-122"/>
                <a:cs typeface="Calibri" pitchFamily="34" charset="-120"/>
              </a:rPr>
              <a:t>a map, a table, or a chart.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One note and one non-member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desktop apps skip certificate checking because the server uses an internal certificate.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Encrypted in transit, just not validated — acceptable on the private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'Precious Metal Reader' tool ships in the toolkit but talks to a different system, not this server.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sensor code actually sends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simplified version of the Pi's send step:</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reading = read_sensor()</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message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room_name: "Bay C", sensor_number: "003",</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timestamp: now(), ...measurements...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POST  message  →  /particle-data</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Take a reading, package it with its identity and time, send it. That's the producer.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the room and sensor labels matter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Pi is pre-labeled with its room and sensor number.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Those labels travel with every reading.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viewer app uses them to place readings on the cleanroom map.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Mislabel a Pi and its data shows up in the wrong place.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Producers and consumers, side by side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2194560"/>
                <a:gridCol w="44805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Program</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Talks to</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 / env / combined firmware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Producer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Sends readings 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Parylene &amp; Denton Pis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Producer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Stream machine data 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 viewer (desktop)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Consumer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Fetches readings out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Parylene reader (desktop)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Consumer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Downloads run files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Local analysis tools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Neither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Work on saved files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this design is good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Server is a hub; tools are spokes — each can change independently.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New sensor? Add an endpoint and point firmware at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New view? Add a fetch and a desktop (or web) display.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contract between them is just structured data over HTTPS.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Consumers (NanofabToolkit)</dc:title>
  <dc:subject>PptxGenJS Presentation</dc:subject>
  <dc:creator>Faith</dc:creator>
  <cp:lastModifiedBy>Faith</cp:lastModifiedBy>
  <cp:revision>1</cp:revision>
  <dcterms:created xsi:type="dcterms:W3CDTF">2026-05-21T18:52:04Z</dcterms:created>
  <dcterms:modified xsi:type="dcterms:W3CDTF">2026-05-21T18:52:04Z</dcterms:modified>
</cp:coreProperties>
</file>