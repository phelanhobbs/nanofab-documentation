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'API' — the set of addresses meant for machines, not people. Raspberry Pi sensors and a couple of shop-floor tools send their data here automatically, with no login. We'll cover the five families of endpoint, where the data lands, and the trust model that makes 'no login' acceptable. It's a slightly more technical session but stays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API for the audience: it's the machine-facing doorway to the same server. Instead of HTML pages, these addresses exchange structured data — JSON (a simple key/value text format) and CSV (spreadsheet rows). There's no login here; we'll justify that shortly. Some addresses take data in (a sensor uploading a reading), others give data out (a desktop app fetching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groups cover everything. Particle sensors (SPS30) report dust levels by particle size. Environmental sensors (DHT22) report temperature and humidity. Newer combined Pis report both in one message. The Parylene coater streams batches of analog readings as CSV. And the Denton 18 evaporator reports vacuum pressure during a pump-down. Each family has its own address and its own storage destination, which we'll map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not every field. A reading says which room and sensor it's from, when it was taken, and then the measurements grouped into categories — raw values and converted values. The server checks the required fields are present, then stores it. The key idea for the audience: the data is self-describing and organized, so both the sensor and the server agree on the format. The later 'Consumers' session shows the matching code on the sensor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reading's journey. The server validates the essentials, appends the full reading to that sensor's CSV history file (the long-term record), and then updates a single 'latest reading' row for that sensor in the database. That split is deliberate: the database answers 'what's happening right now?' quickly, while the CSV holds the complete time series. Finally the server replies success so the Pi can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storage map. Long-term sensor history lives in CSV files, one per sensor — that's the real archive, so it must be backed up. The database keeps only each sensor's most recent reading, which powers live dashboards. The Parylene coater sends its data in batches that the server stitches into a single CSV when the run ends. The Denton evaporator writes one CSV per pump-down. Different devices, same idea: CSV for history, database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nice pattern worth calling out. The Parylene coater samples many times per second, so rather than send each point, the Pi groups them into numbered batches, each tagged with a session ID. The server stashes each batch in a temporary folder named after that ID and, once it has them all (or the Pi says the run is finished), concatenates them into a single clean CSV for that run. Because that ID becomes a folder name, the server strictly validates it first — only letters, digits, underscore, or hyphen are allowed, so a sneaky value like '../..' is rejected before any file is written and can't be used to write outside the data folder. It's a sensible way to handle a fast, chatty data source over a network,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obvious question head-on. These device endpoints have no login, which sounds alarming until you see the trust model: the sensors sit on a private, restricted Wi-Fi network, the addresses aren't published anywhere, and the data is pressure and dust counts, not secrets. This 'perimeter trust' is a normal, acceptable trade-off for an internal lab tool. Be candid that if this server were ever exposed to the open internet, these endpoints would need real authentication — that's noted in the security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split-storage decision, since it's unusual. Appending to a CSV file is cheap and the file can grow indefinitely, which suits a never-ending stream of readings. Meanwhile the database holds just the most recent reading per sensor, so a live dashboard can answer 'what's happening now' instantly without scanning history. The important operational consequence: the CSV files are the only complete record, so backups must include them — losing them loses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consumer-facing GET side. A desktop app asks the same address two ways: with no specifics it gets every sensor's latest reading (used to color the cleanroom map), or naming a room and sensor it gets that one sensor's full history. The server quietly pulls from the database for 'latest' and from the CSV for history. Note for maintainers: serving current and historical data from one address is a little surprising; a future redesign might split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on data quality. The server insists on the essential fields and accepts timestamps in either common form. If something's missing or malformed, it replies with a clear error rather than quietly storing junk. And if a database save fails midway, it's rolled back so you don't get half-written records. For unattended devices, predictable validation and clean failure handling are what keep the dataset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machine side of the server. The next session (Chemical Inventory) returns to a people-facing feature — the largest one in the whole system — and the 'Consumers' session later shows the sensor code that produces all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08</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Sensor API</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How Raspberry Pis and shop-floor tools push data into the server.</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API' means here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Addresses designed for devices to talk to, not for humans to browse.</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Machines send data as JSON or CSV — compact, structured formats.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the devices are trusted because they sit on a private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Some endpoints receive data (POST); some hand it back (GET).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server as the web pages, just a different set of addresses.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Five families of endpoint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108960"/>
                <a:gridCol w="777240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SPS30 dust sensors upload readings; apps fetch them</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Environmental 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DHT22 temperature/humidity readings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Combined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Newer Pis sending particle + temp/humidity together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Parylene stream</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Parylene coater's Pi streams CSV batches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 18 pump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Vacuum-pressure samples during a run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a sensor sends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particle reading arrives as JSON like this (trimmed):</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"room_name": "HEADLESS",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"sensor_number": "009",</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"timestamp": 1747876800,</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"raw_measurements": { "mass_pm2_5": 0.0,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"converted_values":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"number_concentrations_ft3": { "pm2_5": 0.0,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Which room, which sensor, when, and the measurements — nested by category.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happens to a particle reading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Validate  </a:t>
            </a:r>
            <a:pPr indent="0" marL="0">
              <a:buNone/>
            </a:pPr>
            <a:r>
              <a:rPr lang="en-US" sz="1300" dirty="0">
                <a:solidFill>
                  <a:srgbClr val="595959"/>
                </a:solidFill>
                <a:latin typeface="Calibri" pitchFamily="34" charset="0"/>
                <a:ea typeface="Calibri" pitchFamily="34" charset="-122"/>
                <a:cs typeface="Calibri" pitchFamily="34" charset="-120"/>
              </a:rPr>
              <a:t>confirm room, sensor, and timestamp are present.</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Append to history  </a:t>
            </a:r>
            <a:pPr indent="0" marL="0">
              <a:buNone/>
            </a:pPr>
            <a:r>
              <a:rPr lang="en-US" sz="1300" dirty="0">
                <a:solidFill>
                  <a:srgbClr val="595959"/>
                </a:solidFill>
                <a:latin typeface="Calibri" pitchFamily="34" charset="0"/>
                <a:ea typeface="Calibri" pitchFamily="34" charset="-122"/>
                <a:cs typeface="Calibri" pitchFamily="34" charset="-120"/>
              </a:rPr>
              <a:t>add a row to that sensor's CSV history file.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Update the latest snapshot  </a:t>
            </a:r>
            <a:pPr indent="0" marL="0">
              <a:buNone/>
            </a:pPr>
            <a:r>
              <a:rPr lang="en-US" sz="1300" dirty="0">
                <a:solidFill>
                  <a:srgbClr val="595959"/>
                </a:solidFill>
                <a:latin typeface="Calibri" pitchFamily="34" charset="0"/>
                <a:ea typeface="Calibri" pitchFamily="34" charset="-122"/>
                <a:cs typeface="Calibri" pitchFamily="34" charset="-120"/>
              </a:rPr>
              <a:t>overwrite that sensor's single 'most recent' row in the database.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Acknowledge  </a:t>
            </a:r>
            <a:pPr indent="0" marL="0">
              <a:buNone/>
            </a:pPr>
            <a:r>
              <a:rPr lang="en-US" sz="1300" dirty="0">
                <a:solidFill>
                  <a:srgbClr val="595959"/>
                </a:solidFill>
                <a:latin typeface="Calibri" pitchFamily="34" charset="0"/>
                <a:ea typeface="Calibri" pitchFamily="34" charset="-122"/>
                <a:cs typeface="Calibri" pitchFamily="34" charset="-120"/>
              </a:rPr>
              <a:t>reply success so the Pi knows it landed.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each kind of data lands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Particle history → a CSV file per sensor (the authoritative time series).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Latest particle reading → one row per sensor in the database (for live views).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Environmental readings → their own per-sensor CSV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Parylene batches → combined into one CSV per run when the run finishes.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 18 samples → one CSV per pump-down run.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Parylene batch trick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Parylene Pi samples fast, so it sends data in numbered batches.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batch carries a session ID naming its temporary folder.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 ID is strictly validated (letters/digits only) so it can't escape the data folder.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When all batches arrive (or the Pi signals 'done'), it combines them into one tidy CSV per run.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no login for devices?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trust boundary is the network, not a password.</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Sensors live on a private, locked-down lab Wi-Fi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device addresses aren't publicly advertised.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data isn't sensitive in the way a password 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Reasonable for an internal tool — but it would need auth if ever exposed publicly.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CSV for history, database for 'now'?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CSV files append cheaply forever — perfect for a growing time series.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database keeps one row per sensor, answering 'latest reading' instantly.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Live dashboards stay fast; full history stays complete.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Trade-off: the CSV files are the real archive, so they must be backed up.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Reading data back out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same address serves current and historical data.</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Ask with no details  </a:t>
            </a:r>
            <a:pPr indent="0" marL="0">
              <a:buNone/>
            </a:pPr>
            <a:r>
              <a:rPr lang="en-US" sz="1300" dirty="0">
                <a:solidFill>
                  <a:srgbClr val="595959"/>
                </a:solidFill>
                <a:latin typeface="Calibri" pitchFamily="34" charset="0"/>
                <a:ea typeface="Calibri" pitchFamily="34" charset="-122"/>
                <a:cs typeface="Calibri" pitchFamily="34" charset="-120"/>
              </a:rPr>
              <a:t>get every sensor's latest reading (for the map).</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Ask for one sensor  </a:t>
            </a:r>
            <a:pPr indent="0" marL="0">
              <a:buNone/>
            </a:pPr>
            <a:r>
              <a:rPr lang="en-US" sz="1300" dirty="0">
                <a:solidFill>
                  <a:srgbClr val="595959"/>
                </a:solidFill>
                <a:latin typeface="Calibri" pitchFamily="34" charset="0"/>
                <a:ea typeface="Calibri" pitchFamily="34" charset="-122"/>
                <a:cs typeface="Calibri" pitchFamily="34" charset="-120"/>
              </a:rPr>
              <a:t>name a room and sensor to get its full history.</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Server reads the right source  </a:t>
            </a:r>
            <a:pPr indent="0" marL="0">
              <a:buNone/>
            </a:pPr>
            <a:r>
              <a:rPr lang="en-US" sz="1300" dirty="0">
                <a:solidFill>
                  <a:srgbClr val="595959"/>
                </a:solidFill>
                <a:latin typeface="Calibri" pitchFamily="34" charset="0"/>
                <a:ea typeface="Calibri" pitchFamily="34" charset="-122"/>
                <a:cs typeface="Calibri" pitchFamily="34" charset="-120"/>
              </a:rPr>
              <a:t>the database for 'latest,' the CSV for history.</a:t>
            </a:r>
            <a:endParaRPr lang="en-US" sz="1400" dirty="0"/>
          </a:p>
        </p:txBody>
      </p:sp>
      <p:sp>
        <p:nvSpPr>
          <p:cNvPr id="17" name="Shape 15"/>
          <p:cNvSpPr/>
          <p:nvPr/>
        </p:nvSpPr>
        <p:spPr>
          <a:xfrm>
            <a:off x="932688" y="4434840"/>
            <a:ext cx="411480" cy="411480"/>
          </a:xfrm>
          <a:prstGeom prst="ellipse">
            <a:avLst/>
          </a:prstGeom>
          <a:solidFill>
            <a:srgbClr val="CC0000"/>
          </a:solidFill>
          <a:ln/>
        </p:spPr>
      </p:sp>
      <p:sp>
        <p:nvSpPr>
          <p:cNvPr id="18" name="Text 16"/>
          <p:cNvSpPr/>
          <p:nvPr/>
        </p:nvSpPr>
        <p:spPr>
          <a:xfrm>
            <a:off x="932688" y="4434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4325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App draws it  </a:t>
            </a:r>
            <a:pPr indent="0" marL="0">
              <a:buNone/>
            </a:pPr>
            <a:r>
              <a:rPr lang="en-US" sz="1300" dirty="0">
                <a:solidFill>
                  <a:srgbClr val="595959"/>
                </a:solidFill>
                <a:latin typeface="Calibri" pitchFamily="34" charset="0"/>
                <a:ea typeface="Calibri" pitchFamily="34" charset="-122"/>
                <a:cs typeface="Calibri" pitchFamily="34" charset="-120"/>
              </a:rPr>
              <a:t>a colored map, a table, or a time chart.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Validation: bad data is rejected early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Required fields (room, sensor, timestamp) must be present.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Timestamps are accepted as a number or a standard text format.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Missing or malformed data gets a clear error reply, not a silent failure.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failed save is rolled back so partial data isn't left behind.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Machine-facing addresses exchange JSON/CSV, no login.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Five families: particle, environmental, combined, Parylene, Denton 18.</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History goes to CSV files; the database keeps each sensor's latest reading.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is justified by a private network, not by it being unimportant.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Sensor API</dc:title>
  <dc:subject>PptxGenJS Presentation</dc:subject>
  <dc:creator>Faith</dc:creator>
  <cp:lastModifiedBy>Faith</cp:lastModifiedBy>
  <cp:revision>1</cp:revision>
  <dcterms:created xsi:type="dcterms:W3CDTF">2026-07-16T22:35:13Z</dcterms:created>
  <dcterms:modified xsi:type="dcterms:W3CDTF">2026-07-16T22:35:13Z</dcterms:modified>
</cp:coreProperties>
</file>