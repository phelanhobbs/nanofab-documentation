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session consolidates everything security-related into one clear picture. We'll cover what's well-protected (the human login path) and be candid about the deliberate gaps (the machine endpoints and the inventory). The goal is an honest, balanced view — the kind you'd want before signing off on the system. Managers and anyone security-minded should see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session around six areas. The first five are where the system does well; the sixth is where it makes conscious compromises. We'll go through each briefly. The overall message: the part real people use with passwords is solid; the machine-facing and inventory parts trade some protection for convenience, justified by the private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Transport is strong. Everything from the outside is encrypted, and nginx — purpose-built for it — does the encryption while the app hides on a local-only address. The one caveat is the devices skip certificate validation because the server uses an internal certificate; their traffic is still encrypted, just not verified, which is fine inside the private lab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area. Real passwords are never stored; only irreversible fingerprints. Two-factor via Duo is mandatory in production. The login cookie is cryptographically signed so it can't be forged and is only sent over encryption in production. The configured two-hour lifetime applies only to permanent sessions, and the current login flow does not mark sessions permanent. Permissions are simple but enforced server-side, not just hidden in the page. For the human-facing app, this is a solid, conventional security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solid areas. All database access treats typed-in values as data, never commands, which stops injection attacks — the most common web vulnerability. The page templates automatically escape values, which blunts cross-site scripting. File downloads use the proper resolve-then-verify path check from the machines session. Uploads are restricted by type and given safe, unique names. The fundamentals are handled correctly.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transparent about the trade-offs. The biggest gap here — the chemical inventory pages requiring no login — was closed on 2026-06-25: all /chem pages now sit behind a WordPress single-sign-on (a signed staff-tools link), so reading and editing both require sign-in. The device endpoints have no login, relying on the private network instead. Cross-origin access is broad by default. And password reset leans on the university ID without a second factor. None of these are catastrophic for an internal tool on a trusted network, but they're the things to fix first if exposure ever increases. All are itemized in the separate issues list with recommended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 concrete priority list. First and easiest with the biggest payoff: require login on the inventory pages that change data. Then, only if the server's exposure ever grows, add a shared key to the device endpoints. Then narrow cross-origin access. Then strengthen password reset with a second factor. This is the practical roadmap a successor would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'defense in depth' as a series of independent walls. To truly break in, an attacker would need to reach the server, then obtain a password (which is only stored as a fingerprint), then pass two-factor (needing the user's phone), then somehow forge a tamper-proof signed cookie. Each layer is independent, so one weakness isn't game over. This layered thinking is the right way to judge security — not 'is there one perfect wall' but 'how many walls, and how independent.'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what data the system holds and how it's protected, since people will wonder. Passwords are only fingerprints. The bulk of the data is operational — pressure, particle counts, chemical locations — not sensitive personal information. The inventory does log who performed each action, which is for accountability. And the genuine secrets — signing keys, database passwords — live in the protected settings file, never in the shared code. There's little here that would be damaging if read, with the secrets being the exception, and those are guarded.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a fair way to weigh the gaps. This is an internal tool on a private network used by known staff and trusted devices, not a public website handling strangers' data. The same gaps that would be alarming on a public site are manageable here. Crucially, they're written down with recommended fixes — they're informed trade-offs, not things nobody noticed. That distinction matters: a known, documented risk is very different from a hidden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a fair verdict. The part of the system real people log into is secured the way you'd expect a professional web app to be. The machine-facing and inventory parts consciously trade authentication for convenience and rely on the network perimeter — a defensible choice for an internal tool, with a short, known list of improvements if the threat model changes. Honesty here builds trust with the audience. Next, the final session: a reference list of every address the server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3601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Security Picture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4290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Server — A Plain-English Guide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protected, how, and the honest trade-offs.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Developer &amp; Maintainer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Utah Nanofab · University of Utah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areas of security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— encryption in transit.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proving who you are.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what you're allowed to do.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handling — treating user input as suspicious.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safety — preventing downloads from escaping their folders.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 — deliberate trade-offs for an internal tool.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Transport: encryption in transit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outside traffic is HTTPS; nginx handles the encryption.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itself only listens locally — never directly exposed.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encrypt but skip certificate validation (internal certificate).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on a private network; encrypted, just not verified.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 &amp; authorization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stored only as irreversible bcrypt fingerprints.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Two-factor (Duo) required in production for login and signup.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cookie is signed (tamper-proof) and HTTPS-only in production.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are two flags — admin and can-assign — enforced on the server.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handling &amp; file safety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 keep user input strictly as data — injection-safe.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templates auto-escape values, blunting cross-site scripting.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use a resolve-then-verify check to stay inside their folder.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are type-checked and given safe, unique filenames.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gaps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2688" y="1280160"/>
          <a:ext cx="10616184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09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exists / risk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endpoints have no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via private network, not authentication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Cross-origin access is wide 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by default; could be narrowed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 reset uses only the uNID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second factor on reset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harden first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'what would you fix first?', this is the order.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1920240"/>
            <a:ext cx="10616184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login on the inventory's editing/removing pages.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access key (or similar) to the device endpoints if ever exposed.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cross-origin access to the known internal tools.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factor to the password-reset flow.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Defense in depth, illustrated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has to beat several independent layers.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32688" y="182880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08760" y="171907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server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unless you can get onto the network / past nginx.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2688" y="269748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258775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password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even then it's only a fingerprint in the database.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32688" y="356616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08760" y="345643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two-factor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you'd also need the user's physical phone.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32688" y="443484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32511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session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cookie rejects tampering.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of stored data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Passwords: stored only as irreversible fingerprints.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and machine data: operational readings, not personal data.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inventory: who-did-what is logged for accountability.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(keys, DB passwords) live in the settings file, not the code.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Putting the gaps in perspective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an internal tool on a private university network.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internet-facing; users are known staff and trusted devices.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gaps would be serious for a public site — here they're manageable risks.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documented with fixes, so they're choices, not surprises.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bottom 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login path is well-secured (bcrypt + Duo + hardened cookies + safe queries).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and inventory paths trade auth for convenience, leaning on the private network.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 reasonable posture for an internal cleanroom tool.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or four gaps are known, documented, and fixable.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Model</dc:title>
  <dc:subject>PptxGenJS Presentation</dc:subject>
  <dc:creator>Faith</dc:creator>
  <cp:lastModifiedBy>Faith</cp:lastModifiedBy>
  <cp:revision>1</cp:revision>
  <dcterms:created xsi:type="dcterms:W3CDTF">2026-06-26T15:43:23Z</dcterms:created>
  <dcterms:modified xsi:type="dcterms:W3CDTF">2026-06-26T15:43:23Z</dcterms:modified>
</cp:coreProperties>
</file>