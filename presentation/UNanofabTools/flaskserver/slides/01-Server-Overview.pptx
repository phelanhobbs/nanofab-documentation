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first of a 16-part series explaining the UNanofabTools server in plain English. Today's session is the big picture — by the end you should understand what a 'server' even is, what jobs ours performs, and who (and what) talks to it. No coding background needed. Later sessions go deeper into each piece. I'll keep jargon to a minimum and define every term the first time it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idea in this whole series: a server is just a program that takes a request and gives back a response. Everything else is bookkeeping around that. A 'client' is anything that makes a request — a web browser, a sensor, a desktop app. Give the browser example out loud: when you type an address and hit enter, your browser quietly sends a request across the network, our server prepares an answer (an HTML page), and sends it back; the browser draws it. The server doesn't initiate anything — it waits and responds. That's why it has to be always-on.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the audience understands this is not six separate programs — it's one application wearing six hats. Walk through each: accounts (who can log in and what they can do); the task tracker (an internal to-do list); the machine portal (one web page per cleanroom tool showing its historical data); the data sink (small computers next to machines that send measurements automatically); the chemical inventory (the biggest piece — barcoded bottle tracking); and a small public demo page. Each of these gets its own session later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concept: the server serves two very different audiences. Humans use a browser with logins and 2-factor authentication; machines (the Raspberry Pi sensors and desktop tools) talk to it directly without logging in. Both arrive at the same program, but the code routes them to different handlers. Why no login for the machines? Because they sit on a private, locked-down lab network — that's the security boundary instead of a password. We'll revisit that trade-off in the Security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this slide. Trace the arrows: requests come in over HTTPS (the secure, padlock version of web traffic). They first hit nginx, a piece of software whose job is to handle encryption and act as the front door. nginx then forwards each request locally to our Flask program. Flask is where our actual code lives. Flask reads and writes data in three places: small SQLite database files, a larger PostgreSQL database for chemicals, and plain CSV spreadsheet files for sensor and machine history. The key takeaway: encryption and the application logic are handled by different programs, each doing what it's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points prevent common misunderstandings. (1) Our program never touches encryption — nginx does — which is why developers don't have to manage certificates in the app. (2) 'The database' is actually several databases; that's a historical choice we live with. (3) The chemical inventory outgrew the simple databases and lives in PostgreSQL, which supports the heavier features it needs. (4) Surprising but important: the minute-by-minute sensor history is stored as CSV files on disk, not in a database — the database only keeps each sensor's latest reading. Back up those CSV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reference you can point back to all series long. The four SQLite files are simple, single-file databases — great for small data. PostgreSQL is a full database server, used only by the chemical inventory because it needs the horsepower. And the CSV files hold the bulk, append-only history. If someone asks 'where does X live?', this slide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appear constantly. Requests and responses we covered. GET and POST are the two verbs we'll mention most: GET means 'give me something' (no data attached); POST means 'here, take this data' (a form or a sensor reading). Status codes are the server's one-word verdict — 200 means success, 404 means it couldn't find what you asked for, 500 means the server itself hit an error. HTTPS is just HTTP with encryption. Don't memorize — they'll become familiar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describe how the code is organized — they'll matter in the deeper sessions. An endpoint (or route) is one address the server knows how to answer. Blueprints group related routes into chapters (auth, tasks, inventory, etc.). Templates are HTML pages with fill-in-the-blank spots. Models describe database tables. Services hold the actual logic. A session is the record that keeps you logged in. You don't need these cold today; I'm planting them so they're familiar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firmly. Every feature we discuss for the next fifteen sessions is a variation on 'a request comes in, the server does something, a response goes out.' When the inventory page loads, that's a request and a response. When a sensor uploads a reading, that's a request and a response. Keeping this frame makes the rest of the series much easier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expectations: we're covering the current, modern version of the server — the organized code under the 'app' folder. We skip the helper scripts, the standalone analysis programs, and the Raspberry Pi firmware, since those are documented in their own per-tool sessions. New development happens in the modern app and that's what we're documenting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abstract concrete. When you open the tasks page your browser sends a GET request for /tasks and the server replies 200 (OK) with the page's HTML. When a sensor uploads, it sends a POST to /particle-data and the server replies 200 to confirm. Two verbs cover almost everything: GET ('give me') and POST ('here, take this'). The number 200 is the server's way of saying 'success.' Don't worry about other codes yet — we'll meet 404 and 500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division of labor since it underpins the security story. nginx is battle-tested software whose specialty is handling encrypted connections and serving as a hardened front door. Flask is where our code runs. Rather than make one program do both jobs (and do them less well), each specializes. A side benefit: Flask is tucked behind nginx and never directly exposed to the internet, which shrinks what an attacker can even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previewing the roadmap so people know what's coming and can pick the sessions most relevant to them. Managers might care most about security and the big picture; whoever inherits the code will want the deep-dive sessions. Invite questions now while the framing is fresh, then we'll build on it. Thank them for their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01</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Server Overview</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The big picture: what a server is, what ours does, and who uses it.</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is a server, in one sentence?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 server is a program that runs continuously, waiting for others to ask it for things.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thing that asks is called a client; each request gets a response.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Open a web page in a browser → the browser is the client, the server sends back the page.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sensor in the cleanroom sends a reading → the sensor is the client, the server stores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desktop tool fetches data → the tool is the client, the server hands back the answer.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is always on; the clients come and go.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this server does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Six jobs, all bundled into one program.</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Accounts — usernames, passwords, two-factor login, admin permissions.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Task tracker — staff assign each other to-do items, attach files, mark them done.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Machine portal — a page per tool (ALD, PECVD, furnaces, etc.) with data tables and graphs.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 sink — Raspberry Pi sensors push their readings here to be stored.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Chemical inventory — every bottle is barcoded, tracked, and reported 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Demo viewer — a standalone particle-counter page for visitors and outreach.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Who (and what) uses it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Three kinds of client arrive at the same server.</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Lab staff in a browser  </a:t>
            </a:r>
            <a:pPr indent="0" marL="0">
              <a:buNone/>
            </a:pPr>
            <a:r>
              <a:rPr lang="en-US" sz="1300" dirty="0">
                <a:solidFill>
                  <a:srgbClr val="595959"/>
                </a:solidFill>
                <a:latin typeface="Calibri" pitchFamily="34" charset="0"/>
                <a:ea typeface="Calibri" pitchFamily="34" charset="-122"/>
                <a:cs typeface="Calibri" pitchFamily="34" charset="-120"/>
              </a:rPr>
              <a:t>log in and use HTML pages — tasks, machine data, inventory.</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Raspberry Pi devices  </a:t>
            </a:r>
            <a:pPr indent="0" marL="0">
              <a:buNone/>
            </a:pPr>
            <a:r>
              <a:rPr lang="en-US" sz="1300" dirty="0">
                <a:solidFill>
                  <a:srgbClr val="595959"/>
                </a:solidFill>
                <a:latin typeface="Calibri" pitchFamily="34" charset="0"/>
                <a:ea typeface="Calibri" pitchFamily="34" charset="-122"/>
                <a:cs typeface="Calibri" pitchFamily="34" charset="-120"/>
              </a:rPr>
              <a:t>small computers by machines that POST sensor readings automatically, no login.</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Desktop tools (NanofabToolkit)  </a:t>
            </a:r>
            <a:pPr indent="0" marL="0">
              <a:buNone/>
            </a:pPr>
            <a:r>
              <a:rPr lang="en-US" sz="1300" dirty="0">
                <a:solidFill>
                  <a:srgbClr val="595959"/>
                </a:solidFill>
                <a:latin typeface="Calibri" pitchFamily="34" charset="0"/>
                <a:ea typeface="Calibri" pitchFamily="34" charset="-122"/>
                <a:cs typeface="Calibri" pitchFamily="34" charset="-120"/>
              </a:rPr>
              <a:t>apps staff run that fetch data back out to visualize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it fits together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whiteboard sketch of the whole system:</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Browsers ─────HTTPS──┐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Pi sensors ──HTTPS───┼──►  nginx  (port 443, handles encryption)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Desktop apps ─HTTPS──┘            │  forwards locally to</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127.0.0.1:5000</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Flask app   │  (our code)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SQLite DBs        PostgreSQL        CSV files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(users, tasks,    (chemical          (sensor &amp;</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sessions...)      inventory)         machine logs)</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nginx is the front door and handles encryption; Flask runs behind it and does the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Four things worth noticing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Encryption is handled by nginx, not our code — Flask only listens locally and never faces the internet directly.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There isn't one database — there are several, each holding a different kind of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chemical inventory is special: it uses PostgreSQL, a more powerful database than the rest.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CSV files aren't just exports — they're the real long-term home of sensor history.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each kind of data lives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5394960"/>
                <a:gridCol w="548640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Stored in</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User accounts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SQLite file (signininfo.db)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Login sessions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SQLite file (sessioninfo.db)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 &amp; attachments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SQLite file (tasks.db)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Latest sensor readings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SQLite file (particle_sensors.db)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Chemical inventory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PostgreSQL database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 &amp; machine history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CSV files on disk (LogData / HSCDATA)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Vocabulary, part 1: the web basics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743200"/>
                <a:gridCol w="81381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Plain meaning</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Request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message a client sends asking for something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Response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What the server sends back (with a status code)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“Give me this” — page loads and data fetches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POST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“Here is some data” — form submissions, sensor uploads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Status code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200 = OK, 404 = not found, 500 = server error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HTTPS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encrypted (padlock) version of web traffic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Vocabulary, part 2: the building blocks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743200"/>
                <a:gridCol w="81381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Plain meaning</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Endpoint / route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specific address the server answers, e.g. /login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Blueprint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“chapter” of the server grouping related routes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Template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HTML page with blanks the server fills 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description of one table in the database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Plain code that does the real work behind a route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record that says “this person is logged in right now”</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mental model to hold onto</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If you remember one thing from this session, make it this:</a:t>
            </a:r>
            <a:endParaRPr lang="en-US" sz="1500" dirty="0"/>
          </a:p>
        </p:txBody>
      </p:sp>
      <p:sp>
        <p:nvSpPr>
          <p:cNvPr id="8" name="Shape 6"/>
          <p:cNvSpPr/>
          <p:nvPr/>
        </p:nvSpPr>
        <p:spPr>
          <a:xfrm>
            <a:off x="932688" y="1874520"/>
            <a:ext cx="10616184" cy="4434840"/>
          </a:xfrm>
          <a:prstGeom prst="roundRect">
            <a:avLst>
              <a:gd name="adj" fmla="val 1237"/>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421538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A server is a function that takes a request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and returns a response.</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request  ─►  [ server decides what to do ]  ─►  response</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Everything else — logins, databases, sensors,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inventory — is detail around that one idea.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this series covers — and doesn't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In scope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modern Flask application (the app/ folder).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How it starts, its settings, and security.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Each feature: auth, tasks, machines, sensors, inventory.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How the sensors and desktop tools connect to it.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Out of scope</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PowerShell file-transfer scripts.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standalone machine analysis programs.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Raspberry Pi firmware (covered in a separate session).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Anything not part of the live web application.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request and a response, concretely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What actually crosses the wire when you open a page:</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You →  GET /tasks          ("give me the tasks page")</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Server → 200 OK            ("here it is")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&lt;html&gt; ... the tasks page ... &lt;/html&gt;</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 sensor →  POST /particle-data   ("store this reading")</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Server   →  200 OK                ("got it")</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GET asks for something; POST hands something over. 200 means success.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split nginx and Flask?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Two programs, each doing what it's best at.</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nginx is excellent at encryption and being a fast, tough front door.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Flask is where our actual application logic lives.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Letting each specialize is simpler and safer than one program doing both.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Flask never faces the internet directly — only nginx does.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we go from here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next sessions, in order:</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How it starts up, and where its settings come from.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Logging in: passwords, two-factor, and the admin panel.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everyday features: tasks, machine pages, and log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sensor pipeline: how Raspberry Pis feed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chemical inventory — the largest feature — in depth.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Security, the full request walk-through, and a reference list of every address.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Overview</dc:title>
  <dc:subject>PptxGenJS Presentation</dc:subject>
  <dc:creator>Faith</dc:creator>
  <cp:lastModifiedBy>Faith</cp:lastModifiedBy>
  <cp:revision>1</cp:revision>
  <dcterms:created xsi:type="dcterms:W3CDTF">2026-05-26T18:11:11Z</dcterms:created>
  <dcterms:modified xsi:type="dcterms:W3CDTF">2026-05-26T18:11:11Z</dcterms:modified>
</cp:coreProperties>
</file>