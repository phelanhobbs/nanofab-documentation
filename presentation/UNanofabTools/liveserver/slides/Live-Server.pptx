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walks through the live state of the cleanroom server as captured by a read-only survey on May 29, 2026. We'll cover the shape of the machine, what's listening on the network, the TLS certificate situation, what's auto-managed versus not, and the specific 'weirdness' a future maintainer should know about. The point is to make the operational picture honest and current, not aspirational. No coding background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lightly-loaded Debian 13 box. Single CPU, less than 1 GiB of memory in use out of 5.8, 31% of a 29 GB disk used, and it's been running for 290 days without a reboot. For what it does — a website, a chemical inventory, a sensor API — this is plenty. The big headroom is reassuring; the 290-day uptime is less so because kernel patches haven't been applied since.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listening. SSH on 22, nginx on 80 and 443 publicly. Then two internal services bound to 127.0.0.1: the Flask app on 5000 and PostgreSQL on 5432. Two things to call out. First, the Flask app is correctly hidden behind nginx — outside traffic can only reach it via the reverse proxy. Second — and this is a real surprise — PostgreSQL is RIGHT HERE on this machine, not on a separate server like the architecture docs suggested. That changes the backup story significantly.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and most consequential finding. The survey shows postgresql@17-main running locally and bound to 127.0.0.1:5432. So this changes how we should think about backups, failure domains, and the deployment story. The architecture diagrams have been updated to match reality. The code itself was already aligned with this, since the Flask config defaults to localhost.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TLS health. The current certificate is well within its 90-day window, with 24 days remaining at the time of capture. The certbot systemd timer is firing twice a day exactly as it should and ran successfully about an hour before our snapshot. So this part of the system is auto-healing. The thing to watch for is if certbot.timer ever becomes inactive — then renewals stop and 30 days later the website starts throwing browser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health table. Left side: things that just work — including the VM-level backup, which runs off the box and is operated by University IT, not the Nanofab team. Cert renewal, log rotation, apt's daily update check, filesystem maintenance, NTP. All quiet, all on schedule. Right side: the gaps the Nanofab team can actually close on its own. The Flask app and the downloader have no supervisor. There's no path for the box to alert anyone when something fails. Bare HTTP doesn't redirect to HTTPS. And there are small cleanups. Each is fixable with sudo from the Nanofab side; together they're most of the operational risk on this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correction. The first read of the survey missed the backup layer because the survey can only see what's running ON the box, and the actual backup happens OFF the box, run by University IT. The catastrophic-loss scenario is already mitigated. The to-do for the Nanofab team is to confirm with IT exactly what their snapshot covers — at minimum we want the home directory, the SQLite databases, the data trees, and the PostgreSQL data dir — and to write that into the live-server doc so the next maintainer doesn't have to ask. A second-tier Nanofab-owned backup (e.g. a nightly pg_dump or a restic push) is optional and only worth building if IT's restore SLA isn't fast enough for the team's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correction. The first read flagged the root SSH key as a finding to fix. The reality is that the key belongs to University IT — iceolate.eng.utah.edu is their administrative host — and root SSH is enabled on nfhistory because they need it for the maintenance they own. The Nanofab team should NOT modify /root/.ssh/authorized_keys or change PermitRootLogin; doing so would lock IT out and break their patching and backup pipelines. The one residual concern is that authorized_keys is mode 664 (world-readable) instead of 600 — that's worth a polite IT ticket asking them to chmod it, not a Nanofab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don't break anything but a future maintainer will want to know. Apache2 shows up as 'failed' in systemctl even though the package isn't installed — a leftover unit reference. PHP-FPM is running and consuming a small amount of memory for a site that has no PHP. wpa_supplicant is running on a wired server. There's a hand-compiled Python 3.12 in /usr/local/bin alongside the Debian-packaged 3.13s, with no obvious caller. And the login history database only goes back about three weeks. Each is a quick cleanup item; bundle them into one maintenance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let the long weirdness list make this look worse than it is. The boring infrastructure is in good shape. OS is current. Firewall is conservative and configured correctly. TLS renewal is automatic and the timer is firing as expected. Web server and database have clean recent logs. SSH is key-only — no password brute force possible. Disk and memory have plenty of headroom. The gaps are operational — backups, supervision, alerting — not 'the server is on fire'.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2026-06-01 phelan-side survey discovered the install path. The Flask app and the downloader both run from /home/phelan/server/UNanofabTools — not from the home-level path the original docs assumed, and HSCDownloader.py sits right next to run.py rather than in a separate HSCDownloader folder. The recovery procedures and the survey script have been patched. One amusing detail: the downloader tmux session has a vim editor open on HSCDownloader.py that's been running for 257 days — someone forgot to close it. Not breaking anything, but worth :q'ing next time you attach.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recommendation list, split by who can do what. The Nanofab team has sudo as phelan but not root, and can't create UNIX accounts. So the left column is the Nanofab punch list: systemd supervision is the biggest reliability win, then the HTTP redirect, notifications, one patched phelan-side survey refresh, and a small cleanup pass. The right column is what needs IT — tightening the root key file mode, confirming the backup scope, and the two optional asks for per-person accounts or a DNS name. If you can only do one thing from the left column, do systemd; it eliminates the silent-failure mode for the website in one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nfhistory is a small, well-configured Debian server doing its job. The boring infrastructure is solid. The base backup is run off-box by University IT, so the catastrophic-loss scenario is already mitigated. The biggest Nanofab-side gap is process supervision for the Flask app and the downloader — fix that with systemd and most silent-failure modes go away. The rest is smaller cleanups plus a few IT tickets for items that need root or new UNIX accounts. Everything is tracked in the known-issues file, with each item tagged Nanofab-actionable or IT-bound.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UNANOFABTOOLS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What's Actually on nfhistory</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A read-only tour of the live cleanroom server —</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what's running, what's healthy, and what's weird.</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server in 30 seconds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640080" y="1371600"/>
            <a:ext cx="2452878"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8" name="Text 6"/>
          <p:cNvSpPr/>
          <p:nvPr/>
        </p:nvSpPr>
        <p:spPr>
          <a:xfrm>
            <a:off x="640080" y="1645920"/>
            <a:ext cx="2452878"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1</a:t>
            </a:r>
            <a:endParaRPr lang="en-US" sz="4000" dirty="0"/>
          </a:p>
        </p:txBody>
      </p:sp>
      <p:sp>
        <p:nvSpPr>
          <p:cNvPr id="9" name="Text 7"/>
          <p:cNvSpPr/>
          <p:nvPr/>
        </p:nvSpPr>
        <p:spPr>
          <a:xfrm>
            <a:off x="777240" y="2697480"/>
            <a:ext cx="2178558"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vCPU</a:t>
            </a:r>
            <a:endParaRPr lang="en-US" sz="1300" dirty="0"/>
          </a:p>
          <a:p>
            <a:pPr algn="ctr" indent="0" marL="0">
              <a:buNone/>
            </a:pPr>
            <a:r>
              <a:rPr lang="en-US" sz="1300" dirty="0">
                <a:solidFill>
                  <a:srgbClr val="1A1A1A"/>
                </a:solidFill>
                <a:latin typeface="Calibri" pitchFamily="34" charset="0"/>
                <a:ea typeface="Calibri" pitchFamily="34" charset="-122"/>
                <a:cs typeface="Calibri" pitchFamily="34" charset="-120"/>
              </a:rPr>
              <a:t>Intel Xeon Gold @ 3 GHz</a:t>
            </a:r>
            <a:endParaRPr lang="en-US" sz="1300" dirty="0"/>
          </a:p>
        </p:txBody>
      </p:sp>
      <p:sp>
        <p:nvSpPr>
          <p:cNvPr id="10" name="Shape 8"/>
          <p:cNvSpPr/>
          <p:nvPr/>
        </p:nvSpPr>
        <p:spPr>
          <a:xfrm>
            <a:off x="3458718" y="1371600"/>
            <a:ext cx="2452878"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1" name="Text 9"/>
          <p:cNvSpPr/>
          <p:nvPr/>
        </p:nvSpPr>
        <p:spPr>
          <a:xfrm>
            <a:off x="3458718" y="1645920"/>
            <a:ext cx="2452878"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5.8</a:t>
            </a:r>
            <a:endParaRPr lang="en-US" sz="4000" dirty="0"/>
          </a:p>
        </p:txBody>
      </p:sp>
      <p:sp>
        <p:nvSpPr>
          <p:cNvPr id="12" name="Text 10"/>
          <p:cNvSpPr/>
          <p:nvPr/>
        </p:nvSpPr>
        <p:spPr>
          <a:xfrm>
            <a:off x="3595878" y="2697480"/>
            <a:ext cx="2178558"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GiB memory</a:t>
            </a:r>
            <a:endParaRPr lang="en-US" sz="1300" dirty="0"/>
          </a:p>
          <a:p>
            <a:pPr algn="ctr" indent="0" marL="0">
              <a:buNone/>
            </a:pPr>
            <a:r>
              <a:rPr lang="en-US" sz="1300" dirty="0">
                <a:solidFill>
                  <a:srgbClr val="1A1A1A"/>
                </a:solidFill>
                <a:latin typeface="Calibri" pitchFamily="34" charset="0"/>
                <a:ea typeface="Calibri" pitchFamily="34" charset="-122"/>
                <a:cs typeface="Calibri" pitchFamily="34" charset="-120"/>
              </a:rPr>
              <a:t>~1 GiB used</a:t>
            </a:r>
            <a:endParaRPr lang="en-US" sz="1300" dirty="0"/>
          </a:p>
        </p:txBody>
      </p:sp>
      <p:sp>
        <p:nvSpPr>
          <p:cNvPr id="13" name="Shape 11"/>
          <p:cNvSpPr/>
          <p:nvPr/>
        </p:nvSpPr>
        <p:spPr>
          <a:xfrm>
            <a:off x="6277356" y="1371600"/>
            <a:ext cx="2452878"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4" name="Text 12"/>
          <p:cNvSpPr/>
          <p:nvPr/>
        </p:nvSpPr>
        <p:spPr>
          <a:xfrm>
            <a:off x="6277356" y="1645920"/>
            <a:ext cx="2452878"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29</a:t>
            </a:r>
            <a:endParaRPr lang="en-US" sz="4000" dirty="0"/>
          </a:p>
        </p:txBody>
      </p:sp>
      <p:sp>
        <p:nvSpPr>
          <p:cNvPr id="15" name="Text 13"/>
          <p:cNvSpPr/>
          <p:nvPr/>
        </p:nvSpPr>
        <p:spPr>
          <a:xfrm>
            <a:off x="6414516" y="2697480"/>
            <a:ext cx="2178558"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GB disk</a:t>
            </a:r>
            <a:endParaRPr lang="en-US" sz="1300" dirty="0"/>
          </a:p>
          <a:p>
            <a:pPr algn="ctr" indent="0" marL="0">
              <a:buNone/>
            </a:pPr>
            <a:r>
              <a:rPr lang="en-US" sz="1300" dirty="0">
                <a:solidFill>
                  <a:srgbClr val="1A1A1A"/>
                </a:solidFill>
                <a:latin typeface="Calibri" pitchFamily="34" charset="0"/>
                <a:ea typeface="Calibri" pitchFamily="34" charset="-122"/>
                <a:cs typeface="Calibri" pitchFamily="34" charset="-120"/>
              </a:rPr>
              <a:t>31% used</a:t>
            </a:r>
            <a:endParaRPr lang="en-US" sz="1300" dirty="0"/>
          </a:p>
        </p:txBody>
      </p:sp>
      <p:sp>
        <p:nvSpPr>
          <p:cNvPr id="16" name="Shape 14"/>
          <p:cNvSpPr/>
          <p:nvPr/>
        </p:nvSpPr>
        <p:spPr>
          <a:xfrm>
            <a:off x="9095994" y="1371600"/>
            <a:ext cx="2452878"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7" name="Text 15"/>
          <p:cNvSpPr/>
          <p:nvPr/>
        </p:nvSpPr>
        <p:spPr>
          <a:xfrm>
            <a:off x="9095994" y="1645920"/>
            <a:ext cx="2452878"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290</a:t>
            </a:r>
            <a:endParaRPr lang="en-US" sz="4000" dirty="0"/>
          </a:p>
        </p:txBody>
      </p:sp>
      <p:sp>
        <p:nvSpPr>
          <p:cNvPr id="18" name="Text 16"/>
          <p:cNvSpPr/>
          <p:nvPr/>
        </p:nvSpPr>
        <p:spPr>
          <a:xfrm>
            <a:off x="9233154" y="2697480"/>
            <a:ext cx="2178558"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days uptime</a:t>
            </a:r>
            <a:endParaRPr lang="en-US" sz="1300" dirty="0"/>
          </a:p>
          <a:p>
            <a:pPr algn="ctr" indent="0" marL="0">
              <a:buNone/>
            </a:pPr>
            <a:r>
              <a:rPr lang="en-US" sz="1300" dirty="0">
                <a:solidFill>
                  <a:srgbClr val="1A1A1A"/>
                </a:solidFill>
                <a:latin typeface="Calibri" pitchFamily="34" charset="0"/>
                <a:ea typeface="Calibri" pitchFamily="34" charset="-122"/>
                <a:cs typeface="Calibri" pitchFamily="34" charset="-120"/>
              </a:rPr>
              <a:t>Debian 13</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What's listening on the network</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1097280"/>
                <a:gridCol w="4846320"/>
                <a:gridCol w="49377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Port</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Process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Reachable from</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sshd (OpenSSH 10.0)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anywhere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nginx 1.26.3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anywhere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443</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nginx 1.26.3 (TLS)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anywhere</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5000</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python (the Flask app)</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localhost only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5432</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postgres 17.9 (chem DB)</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localhost only</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Surprise: chem PostgreSQL is local</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chem database is PostgreSQL on this same VM.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postgresql@17-main is bound to 127.0.0.1.</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That means: backing up nfhistory and backing up the chem DB are ONE task.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flaskserver architecture docs now show this live topology.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TLS certificates: the maintenance story</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Current cert  </a:t>
            </a:r>
            <a:pPr indent="0" marL="0">
              <a:buNone/>
            </a:pPr>
            <a:r>
              <a:rPr lang="en-US" sz="1300" dirty="0">
                <a:solidFill>
                  <a:srgbClr val="595959"/>
                </a:solidFill>
                <a:latin typeface="Calibri" pitchFamily="34" charset="0"/>
                <a:ea typeface="Calibri" pitchFamily="34" charset="-122"/>
                <a:cs typeface="Calibri" pitchFamily="34" charset="-120"/>
              </a:rPr>
              <a:t>expires Jun 23, 2026 — about 24 days from the snapshot.</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Auto-renewal  </a:t>
            </a:r>
            <a:pPr indent="0" marL="0">
              <a:buNone/>
            </a:pPr>
            <a:r>
              <a:rPr lang="en-US" sz="1300" dirty="0">
                <a:solidFill>
                  <a:srgbClr val="595959"/>
                </a:solidFill>
                <a:latin typeface="Calibri" pitchFamily="34" charset="0"/>
                <a:ea typeface="Calibri" pitchFamily="34" charset="-122"/>
                <a:cs typeface="Calibri" pitchFamily="34" charset="-120"/>
              </a:rPr>
              <a:t>certbot.timer runs twice daily; last ran 1h 13m before snapshot.</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Issuer  </a:t>
            </a:r>
            <a:pPr indent="0" marL="0">
              <a:buNone/>
            </a:pPr>
            <a:r>
              <a:rPr lang="en-US" sz="1300" dirty="0">
                <a:solidFill>
                  <a:srgbClr val="595959"/>
                </a:solidFill>
                <a:latin typeface="Calibri" pitchFamily="34" charset="0"/>
                <a:ea typeface="Calibri" pitchFamily="34" charset="-122"/>
                <a:cs typeface="Calibri" pitchFamily="34" charset="-120"/>
              </a:rPr>
              <a:t>Let's Encrypt CN=E7. Standard 90-day cert.</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Verdict  </a:t>
            </a:r>
            <a:pPr indent="0" marL="0">
              <a:buNone/>
            </a:pPr>
            <a:r>
              <a:rPr lang="en-US" sz="1300" dirty="0">
                <a:solidFill>
                  <a:srgbClr val="595959"/>
                </a:solidFill>
                <a:latin typeface="Calibri" pitchFamily="34" charset="0"/>
                <a:ea typeface="Calibri" pitchFamily="34" charset="-122"/>
                <a:cs typeface="Calibri" pitchFamily="34" charset="-120"/>
              </a:rPr>
              <a:t>Healthy. No human action needed unless certbot.timer ever stops.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Auto-managed vs. not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Working unattended</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TLS cert renewal (certbot.timer)</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Log rotation (nginx, postgres, certbot, php)</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Daily apt package-list refresh</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Filesystem checks (e2scrub, fstrim)</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Time sync (NTP)</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VM-level backup (run off-box by IT)</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Gaps the Nanofab team can close</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Service supervision for Flask / downloader</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Outbound failure notifications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HTTP → HTTPS redirect on :80</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apache2 ghost, php-fpm leftover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Backups: handled by IT (off the box)</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Original backup-gap finding was wrong — the survey can't see what runs outside the VM.</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University IT runs a VM-level backup off nfhistory.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Nanofab team has visibility but doesn't operate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Catastrophic loss = open an IT ticket for a restore.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To-do: confirm IT's scope (what's included, retention, SLA) and write it in §13.</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Optional later: a Nanofab-owned secondary tier if IT's restore window isn't fast enough.</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Root SSH = IT's access path</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'surprise root SSH' finding turned out to be intentional.</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sshd config: 'PermitRootLogin without-password' (key-only).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Live key in /root/.ssh/authorized_keys from root@iceolate.eng.utah.edu.</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iceolate is University IT's administrative host.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Root access is required by IT for kernel patching + the backup pipeline.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Nanofab team: do NOT touch /root/. If file mode is wrong (664), open a ticket.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Smaller weirdness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Failed apache2.service — phantom unit, not installed; should be cleaned up.</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php8.4-fpm running — nothing on the site needs PHP; leftover from install.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wpa_supplicant running — server doesn't need Wi-Fi.</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Hand-installed python3.12 in /usr/local/bin — why is it there?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wtmpdb only goes back to May 8, 2026 — earlier login history is lost.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What's genuinely healthy</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OS current (Debian 13 'trixie', kernel 6.12).</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Firewall: nftables, default-deny inbound, only 22/80/443 open.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TLS cert auto-renewing on schedule.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nginx and PostgreSQL clean — no recent errors in logs.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SSH password auth disabled. Key-only.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Disk is 31% full. Memory is mostly free.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Surprise: install lives at ~/server/UNanofabTools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Earlier docs assumed a home-level UNanofabTools directory. It's actually ~/server/UNanofabTools.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HSCDownloader.py lives in the SAME directory — not a separate HSCDownloader install.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Both tmux sessions (flaskserver + downloader) confirmed alive 7+ months.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Recovery commands and the survey script have been corrected.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Found a stale 'vim HSCDownloader.py' that's been open 257 days — close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Top recommendations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Nanofab-side (sudo as phelan)</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1. Move Flask + downloader to systemd (auto-restart).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2. Add HTTP→HTTPS redirect on :80.</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3. Wire OnFailure= notifications.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4. Re-run the patched phelan-side survey.</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5. Cleanup: apache2 ghost, php-fpm, wpa_supplicant.</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Open a ticket with IT</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chmod 600 /root/.ssh/authorized_keys.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Confirm backup scope + restore SLA.</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(Optional) per-person UNIX accounts.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(Optional) DNS A record for nfhistory.</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Coordinate reboot for fresh kernel (after #1).</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What's Actually on nfhistory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Small Debian 13 box, well within its resource budget.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Public surface: nginx on 80/443, SSH on 22. Internal: Flask + Postgres.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Cert auto-renews. Backup runs off-box, managed by IT.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Biggest Nanofab-side gap: nothing supervises Flask / downloader. Fix is systemd.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Action items are tracked in known-issues/UNanofabTools/liveserver.md.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 Actually on nfhistory</dc:title>
  <dc:subject>PptxGenJS Presentation</dc:subject>
  <dc:creator>Faith</dc:creator>
  <cp:lastModifiedBy>Faith</cp:lastModifiedBy>
  <cp:revision>1</cp:revision>
  <dcterms:created xsi:type="dcterms:W3CDTF">2026-06-01T18:36:22Z</dcterms:created>
  <dcterms:modified xsi:type="dcterms:W3CDTF">2026-06-01T18:36:22Z</dcterms:modified>
</cp:coreProperties>
</file>