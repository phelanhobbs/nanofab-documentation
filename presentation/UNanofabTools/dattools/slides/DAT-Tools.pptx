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self-contained session on two small command-line utilities: DATfixer and DATgrapher. They exist to make the Denton 635 sputter system's log files readable. No coding background needed. By the end you'll know what problem they solve, how to run them, and which one to reach for. It's a good example of a 'small but real' tool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why. The Denton 635 is an automated sputter-deposition system. Each run it writes a .DAT log in its own binary format — meaning it stores numbers and control codes as raw bytes, not readable text. Open it in Notepad and it's a jumble. But the real data is in there: chamber pressure over time, timestamps, machine states. These tools exist to decode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pair simply. DATfixer is the translator: raw binary in, readable text out. DATgrapher is the chart maker: cleaned text in, a pressure-over-time graph out. You usually run DATfixer first, then DATgrapher on its output — though DATfixer can also produce a graph itself in one step. Translator then chart 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normal path. Find the .DAT on the machine, run DATfixer to get a cleaned text file (named the same with '_cleaned' added), then either read that text directly or feed it to DATgrapher for a chart. Mention these are command-line tools run from PowerShell on Windows, on the same machine that holds the file — they're not part of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peek under the hood without requiring code skills. DATfixer walks the file looking for the Denton's markers. A specific 2-byte marker means 'a measurement follows,' and the next 8 bytes are a number — the chamber pressure — which it writes in brackets. Another marker means 'separate these,' which it turns into a comma. It also strips the invisible junk characters and lines up timestamps. The result is a tidy, comma-separated, human-readable line. The exact byte values were reverse-engineered from the machine's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detailed 'what DATfixer does' slide. In order: decode the measurement markers into bracketed numbers; convert delimiter markers to commas; remove the invisible control characters that made it unreadable (keeping line breaks and tabs); tidy the layout so each timestamp starts a line and items are comma-separated; and finally save a .txt. The original .DAT is never modified.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command and the options. The bare command produces YourLog_cleaned.txt. The most common addition is --graph, which also saves a PNG chart. The others are situational: -o to redirect output, --strict/--raw/--no-commas to change formatting. -h prints all of them. Don't read every row aloud; point out the bare command and --graph as the two people will use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DATgrapher. It scans a cleaned file for timestamps and bracketed pressure values, turns the times into seconds-from-start, and plots pressure over time, popping up a window by default. The --log option is genuinely useful: vacuum pressures span many orders of magnitude during a pump-down, and a logarithmic scale shows the whole curve instead of squashing the small numbers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DATgrapher command and options. Point it at the cleaned .txt, not the raw .DAT. By default it shows the graph; --no-display saves without a window (useful on a machine with no screen), and --log switches to the logarithmic pressure axis. Simpler than DATfixer — four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decision aid. Reach for DATfixer to turn a raw log into readable text, or to get a fast graph in a single command. Reach for DATgrapher when you already have cleaned files and want to chart them — especially to re-plot with a log scale. If in doubt: DATfixer first, DATgrapher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honest expectations. Originals are safe — read-only. A common mistake is pointing DATgrapher at the raw .DAT; use the cleaned text. The time handling assumes a run within a day with at most one midnight crossing. And a 'few data points' warning almost always means the input wasn't the expected format. These rough edges are documented in the developer notes for whoever maintains the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Two small, focused tools: one translates the Denton's binary logs to readable text, the other charts the pressure. Run them from PowerShell, originals are never modified. That's the whole story — a clean example of a small utility doing one job well.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DAT Tools</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DATfixer &amp; DATgrapher — reading the Denton 635's logs.</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problem: unreadable machine logs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Denton 635 writes its logs in its own binary format.</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Every run, the Denton 635 saves a log file ending in .DAT.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That file is 'binary' — raw bytes, not letters; open it and you see gibberish.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useful data (pressures, timestamps, events) is in there, just encoded.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We need a way to translate it into something a person can read.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Two tools, two jobs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DATfixer — the translator</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Reads a raw .DAT file.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Writes a clean, readable .txt file.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Can also draw a graph directly.</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DATgrapher — the chart maker</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Reads a cleaned .txt file.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Draws a pressure-vs-time graph.</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Shows it on screen or saves an image.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typical workflow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Locate the .DAT file  </a:t>
            </a:r>
            <a:pPr indent="0" marL="0">
              <a:buNone/>
            </a:pPr>
            <a:r>
              <a:rPr lang="en-US" sz="1300" dirty="0">
                <a:solidFill>
                  <a:srgbClr val="595959"/>
                </a:solidFill>
                <a:latin typeface="Calibri" pitchFamily="34" charset="0"/>
                <a:ea typeface="Calibri" pitchFamily="34" charset="-122"/>
                <a:cs typeface="Calibri" pitchFamily="34" charset="-120"/>
              </a:rPr>
              <a:t>on the same Windows machine as the tools.</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Run DATfixer  </a:t>
            </a:r>
            <a:pPr indent="0" marL="0">
              <a:buNone/>
            </a:pPr>
            <a:r>
              <a:rPr lang="en-US" sz="1300" dirty="0">
                <a:solidFill>
                  <a:srgbClr val="595959"/>
                </a:solidFill>
                <a:latin typeface="Calibri" pitchFamily="34" charset="0"/>
                <a:ea typeface="Calibri" pitchFamily="34" charset="-122"/>
                <a:cs typeface="Calibri" pitchFamily="34" charset="-120"/>
              </a:rPr>
              <a:t>translate the .DAT into a readable _cleaned.txt.</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Read or graph  </a:t>
            </a:r>
            <a:pPr indent="0" marL="0">
              <a:buNone/>
            </a:pPr>
            <a:r>
              <a:rPr lang="en-US" sz="1300" dirty="0">
                <a:solidFill>
                  <a:srgbClr val="595959"/>
                </a:solidFill>
                <a:latin typeface="Calibri" pitchFamily="34" charset="0"/>
                <a:ea typeface="Calibri" pitchFamily="34" charset="-122"/>
                <a:cs typeface="Calibri" pitchFamily="34" charset="-120"/>
              </a:rPr>
              <a:t>open the text, or run DATgrapher on it for a chart.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What's inside a .DAT file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DATfixer recognizes the Denton's byte markers and decodes them:</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raw bytes:   05 00 [8 bytes] 08 00 .. 00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         └─ field separator → a comma</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 an 8-byte number → a pressure value</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'a measurement follows' marker</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becomes:    15:14:33), [0.000000486000], Auto,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Markers and raw numbers in → readable, comma-separated text out.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DATfixer, step by step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Decode measurements  </a:t>
            </a:r>
            <a:pPr indent="0" marL="0">
              <a:buNone/>
            </a:pPr>
            <a:r>
              <a:rPr lang="en-US" sz="1300" dirty="0">
                <a:solidFill>
                  <a:srgbClr val="595959"/>
                </a:solidFill>
                <a:latin typeface="Calibri" pitchFamily="34" charset="0"/>
                <a:ea typeface="Calibri" pitchFamily="34" charset="-122"/>
                <a:cs typeface="Calibri" pitchFamily="34" charset="-120"/>
              </a:rPr>
              <a:t>turn the byte markers into bracketed pressure numbers.</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Insert separators  </a:t>
            </a:r>
            <a:pPr indent="0" marL="0">
              <a:buNone/>
            </a:pPr>
            <a:r>
              <a:rPr lang="en-US" sz="1300" dirty="0">
                <a:solidFill>
                  <a:srgbClr val="595959"/>
                </a:solidFill>
                <a:latin typeface="Calibri" pitchFamily="34" charset="0"/>
                <a:ea typeface="Calibri" pitchFamily="34" charset="-122"/>
                <a:cs typeface="Calibri" pitchFamily="34" charset="-120"/>
              </a:rPr>
              <a:t>turn delimiter markers into commas.</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Strip the junk  </a:t>
            </a:r>
            <a:pPr indent="0" marL="0">
              <a:buNone/>
            </a:pPr>
            <a:r>
              <a:rPr lang="en-US" sz="1300" dirty="0">
                <a:solidFill>
                  <a:srgbClr val="595959"/>
                </a:solidFill>
                <a:latin typeface="Calibri" pitchFamily="34" charset="0"/>
                <a:ea typeface="Calibri" pitchFamily="34" charset="-122"/>
                <a:cs typeface="Calibri" pitchFamily="34" charset="-120"/>
              </a:rPr>
              <a:t>remove invisible control characters.</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Tidy up  </a:t>
            </a:r>
            <a:pPr indent="0" marL="0">
              <a:buNone/>
            </a:pPr>
            <a:r>
              <a:rPr lang="en-US" sz="1300" dirty="0">
                <a:solidFill>
                  <a:srgbClr val="595959"/>
                </a:solidFill>
                <a:latin typeface="Calibri" pitchFamily="34" charset="0"/>
                <a:ea typeface="Calibri" pitchFamily="34" charset="-122"/>
                <a:cs typeface="Calibri" pitchFamily="34" charset="-120"/>
              </a:rPr>
              <a:t>put each timestamp on its own line; align the data.</a:t>
            </a:r>
            <a:endParaRPr lang="en-US" sz="1400" dirty="0"/>
          </a:p>
        </p:txBody>
      </p:sp>
      <p:sp>
        <p:nvSpPr>
          <p:cNvPr id="19" name="Shape 17"/>
          <p:cNvSpPr/>
          <p:nvPr/>
        </p:nvSpPr>
        <p:spPr>
          <a:xfrm>
            <a:off x="932688" y="4754880"/>
            <a:ext cx="411480" cy="411480"/>
          </a:xfrm>
          <a:prstGeom prst="ellipse">
            <a:avLst/>
          </a:prstGeom>
          <a:solidFill>
            <a:srgbClr val="CC0000"/>
          </a:solidFill>
          <a:ln/>
        </p:spPr>
      </p:sp>
      <p:sp>
        <p:nvSpPr>
          <p:cNvPr id="20" name="Text 18"/>
          <p:cNvSpPr/>
          <p:nvPr/>
        </p:nvSpPr>
        <p:spPr>
          <a:xfrm>
            <a:off x="932688" y="47548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508760" y="46451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Save  </a:t>
            </a:r>
            <a:pPr indent="0" marL="0">
              <a:buNone/>
            </a:pPr>
            <a:r>
              <a:rPr lang="en-US" sz="1300" dirty="0">
                <a:solidFill>
                  <a:srgbClr val="595959"/>
                </a:solidFill>
                <a:latin typeface="Calibri" pitchFamily="34" charset="0"/>
                <a:ea typeface="Calibri" pitchFamily="34" charset="-122"/>
                <a:cs typeface="Calibri" pitchFamily="34" charset="-120"/>
              </a:rPr>
              <a:t>write the result as a .txt next to the original.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Running DATfixer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400" i="1" dirty="0">
                <a:solidFill>
                  <a:srgbClr val="595959"/>
                </a:solidFill>
                <a:latin typeface="Calibri" pitchFamily="34" charset="0"/>
                <a:ea typeface="Calibri" pitchFamily="34" charset="-122"/>
                <a:cs typeface="Calibri" pitchFamily="34" charset="-120"/>
              </a:rPr>
              <a:t>Minimum: python.exe .\DATfixer.py YourLog.DAT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32688" y="1783080"/>
          <a:ext cx="10616184" cy="914400"/>
        </p:xfrm>
        <a:graphic>
          <a:graphicData uri="http://schemas.openxmlformats.org/drawingml/2006/table">
            <a:tbl>
              <a:tblPr/>
              <a:tblGrid>
                <a:gridCol w="2926080"/>
                <a:gridCol w="795528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Option</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-o NAME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Save the cleaned file somewhere else / under a new name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--graph</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Also draw a pressure-vs-time graph as a .png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--strict</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Remove even line breaks and tabs (denser, rarely needed)</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--raw</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Skip the 'make it pretty' formatting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--no-commas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Don't insert commas between items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 / --help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Show the help message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DATgrapher: charting the pressure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Reads a cleaned text file and finds each timestamp and pressure.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Converts timestamps to 'seconds since the run started.'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Plots pressure over time — on screen by default.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log scale option makes the huge range of vacuum pressures readable.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Running DATgrapher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400" i="1" dirty="0">
                <a:solidFill>
                  <a:srgbClr val="595959"/>
                </a:solidFill>
                <a:latin typeface="Calibri" pitchFamily="34" charset="0"/>
                <a:ea typeface="Calibri" pitchFamily="34" charset="-122"/>
                <a:cs typeface="Calibri" pitchFamily="34" charset="-120"/>
              </a:rPr>
              <a:t>Minimum: python.exe .\DATgrapher.py YourLog_cleaned.txt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32688" y="1783080"/>
          <a:ext cx="10616184" cy="914400"/>
        </p:xfrm>
        <a:graphic>
          <a:graphicData uri="http://schemas.openxmlformats.org/drawingml/2006/table">
            <a:tbl>
              <a:tblPr/>
              <a:tblGrid>
                <a:gridCol w="2926080"/>
                <a:gridCol w="795528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Option</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-o NAME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Save the graph to an image file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--no-display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Don't pop up a window; just save the image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--log</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Use a logarithmic scale for the pressure axis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 / --help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Show the help message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Which tool when?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Use DATfixer</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To read a Denton log as text.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For a quick graph in one step (--graph).</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Use DATgrapher</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To plot an already-cleaned file.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To re-plot with a log scale.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 (and a few rough edges)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tools never change your original .DAT — they only read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Point DATgrapher at the cleaned .txt, not the raw .DAT.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Runs longer than a day aren't fully handled (a midnight-only correction exists).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only a few data points are found, you'll get a warning — usually a wrong-format input.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DAT Tools</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Denton 635 logs are binary .DAT files — unreadable as-is.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DATfixer translates them into clean text (and can graph).</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DATgrapher charts pressure vs. time from cleaned text.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Both are command-line tools run on Windows; originals stay untouched.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 Tools</dc:title>
  <dc:subject>PptxGenJS Presentation</dc:subject>
  <dc:creator>Faith</dc:creator>
  <cp:lastModifiedBy>Faith</cp:lastModifiedBy>
  <cp:revision>1</cp:revision>
  <dcterms:created xsi:type="dcterms:W3CDTF">2026-05-21T21:12:33Z</dcterms:created>
  <dcterms:modified xsi:type="dcterms:W3CDTF">2026-05-21T21:12:33Z</dcterms:modified>
</cp:coreProperties>
</file>