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firmware — the small always-on programs — running on the Raspberry Pi Pico boards around the cleanroom. They're the field agents that turn machines and rooms into live data on the website. No coding background needed. We'll cover what a Pico is, the rhythm every one follows, the three workhorse programs, the helpers, and a couple that are unfinished.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basics. A Pico W is a tiny, cheap computer with WiFi but no screen — it runs a single program continuously. The program is called firmware. Ours are written in MicroPython, a stripped-down Python made to fit on tiny hardware. Each Pico sits near a machine or in a room, reads a sensor, and reports over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networked Pico follows the same five-step loop: connect to WiFi, read its sensor, package the reading with its identity and the time, send it to the server, then sleep and repeat. They run unattended, so most also blink a status light and reset themselves if something goes wrong. If you understand this loop, you understand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The top three are the real workhorses that send data. The bottom three are helpers: a no-network bench readout, and a WiFi connectivity tester. Don't read every row; point out that three send data and three are helpers/tests. The exact endpoints are the same ones from the server's Sensor API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Particle_sensor.py is the gold standard. It reads the SPS30 particle sensor, converts the counts into the units the server wants, and sends on a clean 15-minute schedule. It syncs its clock so timestamps are right, runs self-diagnostics (WiFi, network, sensor), and signals status with the onboard light. When someone builds a new sensor, this is the file they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of an outgoing reading. It carries which room and sensor it's from, the time, and the measurements grouped into raw and converted values. This matches the server's /particle-data handler one-to-one — the firmware and the server agree on the format. The room and sensor labels are written into the file before the board is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Parylene coater is sampled several times a second, too fast to send each point individually. So this firmware groups readings into batches and posts them to /sdsanalog, then signals 'finished' so the server can stitch the batches into one clean file per run. It's a nice example of adapting to a fast data source. The Morse-code light is a fun touch for status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this one. The design is sound — read two gauges, send whichever suits the current pressure, signal finished — but it won't run as committed: two threshold settings are referenced but never defined, the WiFi password is a placeholder, and an internal flag doesn't work as intended. It's documented in the developer notes and the issues list with exactly what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diagnostics worth knowing. ParticleSensor.py (note the slightly different name) runs the same sensor code but just prints values — good for bench-testing a sensor without the network. PicoConnect.py does nothing but check WiFi and light the LED if it works — the first thing to run when a board seems dead, to rule out WiFi versus power versus the sensor cable. There's also VGC083C_Monitor.py, a serial-cable gauge reader that's currently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operating notes. The identity labels matter — install a board with the wrong label and its data lands under the wrong room/sensor. They skip login because they're on the trusted private network. When one stops reporting, the usual causes are WiFi, power, or a loose sensor cable — and PicoConnect helps isolate WiFi. Finally, two of these files are unfinished and shouldn't be relied on until the documented fixes are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These small programs are why the website has live data — they're the always-on field agents. The reference firmware is Particle_sensor.py; copy it for new sensors. Helpers exist for testing, and the developer notes flag exactly what's unfinished.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Pico Firmware</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little programs on the Raspberry Pi sensors that feed the server.</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is a Pico, and what is 'firmware'?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Raspberry Pi Pico W is a tiny WiFi computer — about the size of a stick of gum.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screen or keyboard; it just runs one program forever.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'Firmware' = the program that runs directly on such a small device.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These run MicroPython, a slim version of the Python language for tiny computers.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rhythm every Pico follows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Connect to WiFi  </a:t>
            </a:r>
            <a:pPr indent="0" marL="0">
              <a:buNone/>
            </a:pPr>
            <a:r>
              <a:rPr lang="en-US" sz="1300" dirty="0">
                <a:solidFill>
                  <a:srgbClr val="595959"/>
                </a:solidFill>
                <a:latin typeface="Calibri" pitchFamily="34" charset="0"/>
                <a:ea typeface="Calibri" pitchFamily="34" charset="-122"/>
                <a:cs typeface="Calibri" pitchFamily="34" charset="-120"/>
              </a:rPr>
              <a:t>join the lab's ULink network.</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Read the sensor  </a:t>
            </a:r>
            <a:pPr indent="0" marL="0">
              <a:buNone/>
            </a:pPr>
            <a:r>
              <a:rPr lang="en-US" sz="1300" dirty="0">
                <a:solidFill>
                  <a:srgbClr val="595959"/>
                </a:solidFill>
                <a:latin typeface="Calibri" pitchFamily="34" charset="0"/>
                <a:ea typeface="Calibri" pitchFamily="34" charset="-122"/>
                <a:cs typeface="Calibri" pitchFamily="34" charset="-120"/>
              </a:rPr>
              <a:t>particles, a gauge voltage, or a value over a cable.</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Package it  </a:t>
            </a:r>
            <a:pPr indent="0" marL="0">
              <a:buNone/>
            </a:pPr>
            <a:r>
              <a:rPr lang="en-US" sz="1300" dirty="0">
                <a:solidFill>
                  <a:srgbClr val="595959"/>
                </a:solidFill>
                <a:latin typeface="Calibri" pitchFamily="34" charset="0"/>
                <a:ea typeface="Calibri" pitchFamily="34" charset="-122"/>
                <a:cs typeface="Calibri" pitchFamily="34" charset="-120"/>
              </a:rPr>
              <a:t>wrap the numbers with room, sensor, and timestamp.</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Send to the server  </a:t>
            </a:r>
            <a:pPr indent="0" marL="0">
              <a:buNone/>
            </a:pPr>
            <a:r>
              <a:rPr lang="en-US" sz="1300" dirty="0">
                <a:solidFill>
                  <a:srgbClr val="595959"/>
                </a:solidFill>
                <a:latin typeface="Calibri" pitchFamily="34" charset="0"/>
                <a:ea typeface="Calibri" pitchFamily="34" charset="-122"/>
                <a:cs typeface="Calibri" pitchFamily="34" charset="-120"/>
              </a:rPr>
              <a:t>post to the matching sensor address.</a:t>
            </a:r>
            <a:endParaRPr lang="en-US" sz="1400" dirty="0"/>
          </a:p>
        </p:txBody>
      </p:sp>
      <p:sp>
        <p:nvSpPr>
          <p:cNvPr id="19" name="Shape 17"/>
          <p:cNvSpPr/>
          <p:nvPr/>
        </p:nvSpPr>
        <p:spPr>
          <a:xfrm>
            <a:off x="932688" y="4754880"/>
            <a:ext cx="411480" cy="411480"/>
          </a:xfrm>
          <a:prstGeom prst="ellipse">
            <a:avLst/>
          </a:prstGeom>
          <a:solidFill>
            <a:srgbClr val="CC0000"/>
          </a:solidFill>
          <a:ln/>
        </p:spPr>
      </p:sp>
      <p:sp>
        <p:nvSpPr>
          <p:cNvPr id="20" name="Text 18"/>
          <p:cNvSpPr/>
          <p:nvPr/>
        </p:nvSpPr>
        <p:spPr>
          <a:xfrm>
            <a:off x="932688" y="47548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6451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Wait and repeat  </a:t>
            </a:r>
            <a:pPr indent="0" marL="0">
              <a:buNone/>
            </a:pPr>
            <a:r>
              <a:rPr lang="en-US" sz="1300" dirty="0">
                <a:solidFill>
                  <a:srgbClr val="595959"/>
                </a:solidFill>
                <a:latin typeface="Calibri" pitchFamily="34" charset="0"/>
                <a:ea typeface="Calibri" pitchFamily="34" charset="-122"/>
                <a:cs typeface="Calibri" pitchFamily="34" charset="-120"/>
              </a:rPr>
              <a:t>sleep an interval, then do it again — forever.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programs in this group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383280"/>
                <a:gridCol w="4206240"/>
                <a:gridCol w="329184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Reads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Sends to</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Particle_sensor.py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SPS30 dust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PicoParylene.py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Parylene gauges (3)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/sdsanalog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PicoDenton18.py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Denton 18 vacuum gauges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/denton18pump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VGC083C_Monitor.py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VGC vacuum controller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/api/VGC address)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ParticleSensor.py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SPS30 — prints only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nothing (bench test)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PicoConnect.py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nothing — WiFi check</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nothing (diagnostic)</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Particle_sensor.py — the reference one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most complete firmware; the template for new sensors.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Reads an SPS30, which counts dust particles by size.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Sends every 15 minutes, aligned to the clock.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Keeps its clock accurate via internet time servers.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Runs self-checks and blinks status codes on the light.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sends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particle reading, packaged as structured data:</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room_name: "LTDirtyTest",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sensor_number: "006",</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timestamp: &lt;now&gt;,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raw_measurements: { mass_pm2_5,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converted_values: { number_concentrations_ft3,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  POST /particle-data</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Identity + time + measurements — exactly what the server expects.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PicoParylene.py — the Parylene coater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Reads three analog gauges: pressure, vapor, and temperature.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Samples fast, so it sends data in batches, not one point at a time.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Posts batches to /sdsanalog; sends 'finished' when a run ends.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Even flashes Morse code on the status light.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PicoDenton18.py — the evaporator (unfinished)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Reads two vacuum gauges (capacitance + ion) and sends the right one.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Posts to /denton18pump; sends 'finished' at the end of a run.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Not runnable as-is: a couple of settings are left undefined.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 the fix list — see the developer notes.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helpers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ParticleSensor.py</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Same SPS30 reading code.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Prints the numbers instead of sending.</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For testing a sensor on a bench.</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PicoConnect.py</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Only tests the WiFi connection.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Lights the LED if it connects.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First thing to try on a 'dead' board.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Room/sensor labels are set before install — a mislabeled board reports to the wrong place.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login: they're trusted because they're on the private lab network.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a Pico goes quiet, suspect WiFi, power, or the sensor cable.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 files (PicoDenton18, VGC083C) are works-in-progress.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Pico Firmware</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Picos are tiny WiFi computers running MicroPython firmware.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follows the same loop: connect, read, package, send, repeat.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Particle_sensor.py is the complete reference; PicoParylene batches fast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Helpers test sensors and WiFi; two files are still unfinished.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Pico Firmware</dc:title>
  <dc:subject>PptxGenJS Presentation</dc:subject>
  <dc:creator>Faith</dc:creator>
  <cp:lastModifiedBy>Faith</cp:lastModifiedBy>
  <cp:revision>1</cp:revision>
  <dcterms:created xsi:type="dcterms:W3CDTF">2026-05-22T19:38:41Z</dcterms:created>
  <dcterms:modified xsi:type="dcterms:W3CDTF">2026-05-22T19:38:41Z</dcterms:modified>
</cp:coreProperties>
</file>