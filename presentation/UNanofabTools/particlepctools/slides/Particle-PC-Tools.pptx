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two PC programs that work with the particle-sensor data: a desktop viewer that shows the readings, and a generator that invents realistic test data. One reads from the server, one writes to it. No coding background needed. Together they let staff watch the data and let developers test the system without waiting on real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pair. The viewer is what a person opens to look at the data — a dashboard. The generator is a behind-the-scenes tool that manufactures believable fake readings and posts them, so the system can be tested and demoed without real sensors. One consumes data, the other produces it — both through the same /particle-data endpoint the real sensors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viewer's window. On one side, a map of the cleanroom with each room as a box; on the other, a table of current readings; and a Refresh button. The room boxes can be colored by air quality, so a glance at the map shows where particle counts are high. It's a purpose-built dashboard for the particle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it's simple: it asks the server for the current readings and renders them; double-clicking a sensor asks for that sensor's full history and charts it. It keeps no data of its own — it's a window onto the server. This is the same idea as the particle viewer in the separate NanofabToolkit; this copy lives in the main repository (and the two have drifted, which the developer notes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caveat. To line up with Mountain Time, the viewer simply adds seven hours to each timestamp. That's a band-aid over a deeper issue — the server stores times without zone information — and it'll be off by an hour during daylight-saving time. If displayed times ever look wrong, this is why. The developer notes recommend fixing time handling at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the generator. To develop and demo the displays you need lively data, but real sensors are slow and you can't make the room dirty to test. So the generator defines pretend sensors — a clean room, a main lab, a fume-hood area, an office — each with a realistic baseline and natural variation, and produces readings that drift believably over time rather than jumping randomly.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synthetic sensors so the realism is concrete. Each has a baseline particle level appropriate to its setting and a degree of variation. The cleanroom sits very low, the fume-hood area higher, and so on. The output is shaped exactly like a real Pico's, so the rest of the system can't tell the difference —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decision rule. Use the viewer to look at real readings. Use the generator when you need data and have no hardware — but point it at a test server, never production, or you'll mix fake readings into the real record. The developer notes recommend a safety guard so that can't happen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practicalities. The viewer is read-only; the generator only produces test data — neither affects the physical sensors. The viewer needs the PyQt graphics toolkit installed to run. The generator points at localhost by default. Keep the generator pointed at test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Two complementary PC tools: one to watch the particle data, one to manufacture it for testing. They bracket the server — the generator stands in for sensors, the viewer stands in for the website. Two things to remember: the timezone band-aid and keeping the generator away from production.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Particle PC Tools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desktop viewer and the test-data generator.</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tools, opposite directions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particle_data_viewer.py</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 desktop app with a map and tables.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Shows the live readings.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Reads from the server.</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generate_test_particle_data.py</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Invents realistic fake readings.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Sends them to the server.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Writes to the server (for testing).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viewer: what you see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map of the cleanroom, each bay and lab drawn as a labeled box.</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table of the current readings beside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Refresh button to pull the latest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Boxes can be color-coded by air quality — glance to spot trouble.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viewer: how it works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Asks the server: 'what are the current readings?'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Draws the answer onto the map and table.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Double-click a sensor to open its history chart.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Stores nothing itself — the server is the source of truth.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quirk worth knowing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viewer adds 7 hours to timestamps to match local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a workaround for a time-zone mismatch in the stored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Not a clean fix — times can look off around daylight-saving changes.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Flagged in the developer notes to fix properly.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generator: why fake data?</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Real sensors report slowly; you can't dirty the cleanroom on demand.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this tool simulates several sensors with realistic baselines.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Clean room = very low counts; fume hood = higher; office in between.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adds gentle, believable trends — not just random noise.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generator pretends to be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few of its built-in synthetic sensors: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CLEAN_ROOM_01  → room CLEANROOM     baseline pm2.5 ~2.0  (very clean)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LAB_MAIN       → room MAIN_LAB      baseline pm2.5 ~8.0  (typical lab)</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LAB_HOOD       → room FUME_HOOD     baseline pm2.5 ~15.0 (busy area)</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OFFICE         → room OFFICE_SPACE  baseline pm2.5 ~12.0 (office air)</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Each pretend sensor has a realistic baseline and natural variation.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When to use each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Viewing real data → open particle_data_viewer.py.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Testing or demoing without hardware → run the generator against a test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Then watch the viewer or website fill up with the fake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Never aim the generator at production — it would pollute real data.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viewer only reads; the generator only writes fake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Neither touches real sensor hardware.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viewer needs the PyQt desktop toolkit installed.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generator defaults to a local test server.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Particle PC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Viewer: a desktop dashboard of live particle data (map +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Generator: realistic fake data for testing without hardware.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Both use the same /particle-data endpoint — one reads, one writes.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Mind the timezone quirk and keep the generator off production.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Particle PC Tools</dc:title>
  <dc:subject>PptxGenJS Presentation</dc:subject>
  <dc:creator>Faith</dc:creator>
  <cp:lastModifiedBy>Faith</cp:lastModifiedBy>
  <cp:revision>1</cp:revision>
  <dcterms:created xsi:type="dcterms:W3CDTF">2026-05-22T19:38:43Z</dcterms:created>
  <dcterms:modified xsi:type="dcterms:W3CDTF">2026-05-22T19:38:43Z</dcterms:modified>
</cp:coreProperties>
</file>