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covers HSCDownloader — the program that regularly pulls each machine's run data from the university's records system and saves it as spreadsheets the website can display. It's the supply line behind every machine page. No coding background needed. We'll cover why it exists, how it works, where it fits, and a couple of things to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why. Every tool use is recorded in a digital form stored in CORES, the university's equipment records system. Our website can't read CORES data directly, so HSCDownloader fetches it, reshapes it into clean spreadsheets, and saves them where the website can read them. Without it, the machine pages would have nothing to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flow. CORES holds the records. HSCDownloader downloads them, reshapes them with a data-handling library, and writes spreadsheets into the HSCDATA folder. The website's machine pages then read those spreadsheets. So the numbers you see on a machine page came through this pipeline. If a page looks stale, HSCDownloader is the first suspect.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cycle. For each machine it downloads the form data (proving it's allowed with a secret token), reshapes it into a table, and writes two spreadsheets — a full one and a trimmed 'small' one that the website actually reads. It repeats this for each active tool, automatically and unattended, and shuts down cleanly when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structure. Inside the program, each machine has its own 'recipe' function — saveALD, saveEbeam, and so on — that knows that tool's important columns and formatting. It covers essentially every active major tool: deposition, dry etch, and furnaces. PECVD has code in the file but is disabled in the scheduled save loop. Because each machine is its own function, changing one tool's output is a contained edit. (The flip side: there's a lot of near-duplicate code across them, which the developer notes suggest consolidating.)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connection concrete. The table and graphs on any machine page trace directly back to the spreadsheets this program writes. So if a page is stale or blank, the question is usually 'is HSCDownloader running and reaching CORES?' Reassure that it's read-only with respect to CORES — it never alters the source records, only copies and reformats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CORES so the source is clear. CORES is the university's equipment-records system; staff log each tool run there via a digital form. HSCDownloader pulls that data through a CORES web service (n8n). Worth noting it's the same system another tool — the Precious Metal Reader — talks to, just a different dataset, so people don't confuse the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breadth. HSCDownloader has a recipe for essentially every major active tool, grouped as deposition, dry etch, and furnaces. PECVD has code in the file but is currently disabled in the scheduled save loop. The point isn't the list; it's that one program keeps most machine-page data current. Each machine maps to a CORES ID number behind the scenes.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practical diagnostic. If a machine page looks stale, work down this list: is the downloader process running at all; can it reach CORES (outage or an expired/rotated token); and did that machine's CORES ID change (which silently breaks just that tool). There's no automatic alert today, so staleness is usually noticed by eye — which is itself on the fix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watch-items honestly. The secret token is currently embedded in the code and should be moved into a protected setting and rotated. There's no alerting, so a CORES outage or token change shows up only as stale machine pages — adding failure alerts is recommended. Each machine is tied to a CORES ID number; if CORES renumbers one, that machine silently stops updating. And a few machines are noted as having no data yet, which is expected. All of this is in the developer notes and issues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up. HSCDownloader is the quiet supply line keeping machine data current: download from CORES, reshape, save, repeat. It's essential but low-profile. The two things to improve are moving the access token into a protected setting and adding alerts so silent staleness gets noticed.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UNANOFABTOOLS · TOOL</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HSC Downloader</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The supply line that keeps the website's machine data current.</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A plain-English walkthrough.</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it exists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When someone uses a tool, they fill out a digital run form.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Those forms live in the university's CORES records system.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That data isn't in a form our website can use directly.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bridges the gap — it fetches and reformats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Where it fits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The supply line, end to end:</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CORES (the records)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download</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HSCDownloader  ──reshape──►  HSCDATA spreadsheets</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(small_&lt;Machine&gt;.csv)</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the website's machine pages</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CORES is the warehouse; HSCDownloader is the truck; the website is the shelf.</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it does, on a schedule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Download  </a:t>
            </a:r>
            <a:pPr indent="0" marL="0">
              <a:buNone/>
            </a:pPr>
            <a:r>
              <a:rPr lang="en-US" sz="1300" dirty="0">
                <a:solidFill>
                  <a:srgbClr val="595959"/>
                </a:solidFill>
                <a:latin typeface="Calibri" pitchFamily="34" charset="0"/>
                <a:ea typeface="Calibri" pitchFamily="34" charset="-122"/>
                <a:cs typeface="Calibri" pitchFamily="34" charset="-120"/>
              </a:rPr>
              <a:t>ask CORES for a machine's form data, using a secret token.</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Reshape  </a:t>
            </a:r>
            <a:pPr indent="0" marL="0">
              <a:buNone/>
            </a:pPr>
            <a:r>
              <a:rPr lang="en-US" sz="1300" dirty="0">
                <a:solidFill>
                  <a:srgbClr val="595959"/>
                </a:solidFill>
                <a:latin typeface="Calibri" pitchFamily="34" charset="0"/>
                <a:ea typeface="Calibri" pitchFamily="34" charset="-122"/>
                <a:cs typeface="Calibri" pitchFamily="34" charset="-120"/>
              </a:rPr>
              <a:t>turn the raw data into a neat table.</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Save two versions  </a:t>
            </a:r>
            <a:pPr indent="0" marL="0">
              <a:buNone/>
            </a:pPr>
            <a:r>
              <a:rPr lang="en-US" sz="1300" dirty="0">
                <a:solidFill>
                  <a:srgbClr val="595959"/>
                </a:solidFill>
                <a:latin typeface="Calibri" pitchFamily="34" charset="0"/>
                <a:ea typeface="Calibri" pitchFamily="34" charset="-122"/>
                <a:cs typeface="Calibri" pitchFamily="34" charset="-120"/>
              </a:rPr>
              <a:t>a full spreadsheet and a trimmed 'small' one for the website.</a:t>
            </a:r>
            <a:endParaRPr lang="en-US" sz="1400" dirty="0"/>
          </a:p>
        </p:txBody>
      </p:sp>
      <p:sp>
        <p:nvSpPr>
          <p:cNvPr id="16" name="Shape 14"/>
          <p:cNvSpPr/>
          <p:nvPr/>
        </p:nvSpPr>
        <p:spPr>
          <a:xfrm>
            <a:off x="932688" y="3886200"/>
            <a:ext cx="411480" cy="411480"/>
          </a:xfrm>
          <a:prstGeom prst="ellipse">
            <a:avLst/>
          </a:prstGeom>
          <a:solidFill>
            <a:srgbClr val="CC0000"/>
          </a:solidFill>
          <a:ln/>
        </p:spPr>
      </p:sp>
      <p:sp>
        <p:nvSpPr>
          <p:cNvPr id="17" name="Text 15"/>
          <p:cNvSpPr/>
          <p:nvPr/>
        </p:nvSpPr>
        <p:spPr>
          <a:xfrm>
            <a:off x="932688" y="38862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p:nvPr/>
        </p:nvSpPr>
        <p:spPr>
          <a:xfrm>
            <a:off x="1508760" y="37764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Repeat  </a:t>
            </a:r>
            <a:pPr indent="0" marL="0">
              <a:buNone/>
            </a:pPr>
            <a:r>
              <a:rPr lang="en-US" sz="1300" dirty="0">
                <a:solidFill>
                  <a:srgbClr val="595959"/>
                </a:solidFill>
                <a:latin typeface="Calibri" pitchFamily="34" charset="0"/>
                <a:ea typeface="Calibri" pitchFamily="34" charset="-122"/>
                <a:cs typeface="Calibri" pitchFamily="34" charset="-120"/>
              </a:rPr>
              <a:t>do this for every machine, automatically, on a schedule.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One recipe per machine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tool has its own function: saveALD, saveEbeam, saveDenton635, ...</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knows which columns matter for that tool and how to format them.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Covers deposition tools, dry-etch tools, and furnaces.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So adjusting one machine is a small, localized change.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you see on a machine page came from here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Open a tool's page → the table of recent runs is from HSCDownloader.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graphs are drawn from the same downloaded spreadsheets.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Stale or empty machine page? Check HSCDownloader first.</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only reads from CORES — it never changes the original records.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CORES is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CORES = the university's Center for Research Equipment &amp; Services records system.</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stores the digital run forms staff fill out for each tool.</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reads from it through a web service called n8n.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It's the same system the Precious Metal Reader uses — a different part of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It covers nearly every tool</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2743200"/>
                <a:gridCol w="813816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Category</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Examples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Deposition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ALD, E-beam, MOCVD, Parylene, Denton 635/18</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Dry etch</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DRIE, Isotropic, PlasmaLab, PlasmaTherm, Technics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Furnaces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CleanOx, DopedOx, LTO, Nitride, Poly, Allwin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When a machine page goes stale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457200"/>
          </a:xfrm>
          <a:prstGeom prst="rect">
            <a:avLst/>
          </a:prstGeom>
          <a:noFill/>
          <a:ln/>
        </p:spPr>
        <p:txBody>
          <a:bodyPr wrap="square" lIns="0" tIns="0" rIns="0" bIns="0" rtlCol="0" anchor="t"/>
          <a:lstStyle/>
          <a:p>
            <a:pPr indent="0" marL="0">
              <a:buNone/>
            </a:pPr>
            <a:r>
              <a:rPr lang="en-US" sz="1500" i="1" dirty="0">
                <a:solidFill>
                  <a:srgbClr val="595959"/>
                </a:solidFill>
                <a:latin typeface="Calibri" pitchFamily="34" charset="0"/>
                <a:ea typeface="Calibri" pitchFamily="34" charset="-122"/>
                <a:cs typeface="Calibri" pitchFamily="34" charset="-120"/>
              </a:rPr>
              <a:t>A quick troubleshooting path.</a:t>
            </a:r>
            <a:endParaRPr lang="en-US" sz="1500" dirty="0"/>
          </a:p>
        </p:txBody>
      </p:sp>
      <p:sp>
        <p:nvSpPr>
          <p:cNvPr id="8" name="Shape 6"/>
          <p:cNvSpPr/>
          <p:nvPr/>
        </p:nvSpPr>
        <p:spPr>
          <a:xfrm>
            <a:off x="932688" y="1828800"/>
            <a:ext cx="411480" cy="411480"/>
          </a:xfrm>
          <a:prstGeom prst="ellipse">
            <a:avLst/>
          </a:prstGeom>
          <a:solidFill>
            <a:srgbClr val="CC0000"/>
          </a:solidFill>
          <a:ln/>
        </p:spPr>
      </p:sp>
      <p:sp>
        <p:nvSpPr>
          <p:cNvPr id="9" name="Text 7"/>
          <p:cNvSpPr/>
          <p:nvPr/>
        </p:nvSpPr>
        <p:spPr>
          <a:xfrm>
            <a:off x="932688" y="182880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08760" y="171907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Is HSCDownloader running?  </a:t>
            </a:r>
            <a:pPr indent="0" marL="0">
              <a:buNone/>
            </a:pPr>
            <a:r>
              <a:rPr lang="en-US" sz="1300" dirty="0">
                <a:solidFill>
                  <a:srgbClr val="595959"/>
                </a:solidFill>
                <a:latin typeface="Calibri" pitchFamily="34" charset="0"/>
                <a:ea typeface="Calibri" pitchFamily="34" charset="-122"/>
                <a:cs typeface="Calibri" pitchFamily="34" charset="-120"/>
              </a:rPr>
              <a:t>if it stopped, no spreadsheets get updated.</a:t>
            </a:r>
            <a:endParaRPr lang="en-US" sz="1400" dirty="0"/>
          </a:p>
        </p:txBody>
      </p:sp>
      <p:sp>
        <p:nvSpPr>
          <p:cNvPr id="11" name="Shape 9"/>
          <p:cNvSpPr/>
          <p:nvPr/>
        </p:nvSpPr>
        <p:spPr>
          <a:xfrm>
            <a:off x="932688" y="2697480"/>
            <a:ext cx="411480" cy="411480"/>
          </a:xfrm>
          <a:prstGeom prst="ellipse">
            <a:avLst/>
          </a:prstGeom>
          <a:solidFill>
            <a:srgbClr val="CC0000"/>
          </a:solidFill>
          <a:ln/>
        </p:spPr>
      </p:sp>
      <p:sp>
        <p:nvSpPr>
          <p:cNvPr id="12" name="Text 10"/>
          <p:cNvSpPr/>
          <p:nvPr/>
        </p:nvSpPr>
        <p:spPr>
          <a:xfrm>
            <a:off x="932688" y="269748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08760" y="258775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Can it reach CORES?  </a:t>
            </a:r>
            <a:pPr indent="0" marL="0">
              <a:buNone/>
            </a:pPr>
            <a:r>
              <a:rPr lang="en-US" sz="1300" dirty="0">
                <a:solidFill>
                  <a:srgbClr val="595959"/>
                </a:solidFill>
                <a:latin typeface="Calibri" pitchFamily="34" charset="0"/>
                <a:ea typeface="Calibri" pitchFamily="34" charset="-122"/>
                <a:cs typeface="Calibri" pitchFamily="34" charset="-120"/>
              </a:rPr>
              <a:t>an outage or a changed token blocks downloads.</a:t>
            </a:r>
            <a:endParaRPr lang="en-US" sz="1400" dirty="0"/>
          </a:p>
        </p:txBody>
      </p:sp>
      <p:sp>
        <p:nvSpPr>
          <p:cNvPr id="14" name="Shape 12"/>
          <p:cNvSpPr/>
          <p:nvPr/>
        </p:nvSpPr>
        <p:spPr>
          <a:xfrm>
            <a:off x="932688" y="3566160"/>
            <a:ext cx="411480" cy="411480"/>
          </a:xfrm>
          <a:prstGeom prst="ellipse">
            <a:avLst/>
          </a:prstGeom>
          <a:solidFill>
            <a:srgbClr val="CC0000"/>
          </a:solidFill>
          <a:ln/>
        </p:spPr>
      </p:sp>
      <p:sp>
        <p:nvSpPr>
          <p:cNvPr id="15" name="Text 13"/>
          <p:cNvSpPr/>
          <p:nvPr/>
        </p:nvSpPr>
        <p:spPr>
          <a:xfrm>
            <a:off x="932688" y="3566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p:nvPr/>
        </p:nvSpPr>
        <p:spPr>
          <a:xfrm>
            <a:off x="1508760" y="3456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Did the machine's ID change?  </a:t>
            </a:r>
            <a:pPr indent="0" marL="0">
              <a:buNone/>
            </a:pPr>
            <a:r>
              <a:rPr lang="en-US" sz="1300" dirty="0">
                <a:solidFill>
                  <a:srgbClr val="595959"/>
                </a:solidFill>
                <a:latin typeface="Calibri" pitchFamily="34" charset="0"/>
                <a:ea typeface="Calibri" pitchFamily="34" charset="-122"/>
                <a:cs typeface="Calibri" pitchFamily="34" charset="-120"/>
              </a:rPr>
              <a:t>a renumbered CORES ID silently breaks that one tool.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Things to watch</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Its CORES access token is written into the program — should move to a protected setting.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If CORES is down or the token changes, pages quietly go stale (no alert today).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machine maps to a CORES ID; if an ID changes, that machine stops updating.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 couple of machines are marked 'no data yet' — expected, not bugs.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Recap</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HSC Downloader</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HSCDownloader pulls machine run data from CORES and writes spreadsheets.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Those spreadsheets are what the website's machine pages display.</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It runs on a schedule, one recipe per machine, read-only on CORES.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Watch the embedded token and the lack of failure alerts.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HSC Downloader</dc:title>
  <dc:subject>PptxGenJS Presentation</dc:subject>
  <dc:creator>Faith</dc:creator>
  <cp:lastModifiedBy>Faith</cp:lastModifiedBy>
  <cp:revision>1</cp:revision>
  <dcterms:created xsi:type="dcterms:W3CDTF">2026-05-22T19:38:45Z</dcterms:created>
  <dcterms:modified xsi:type="dcterms:W3CDTF">2026-05-22T19:38:45Z</dcterms:modified>
</cp:coreProperties>
</file>