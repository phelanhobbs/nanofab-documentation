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a handful of small, standalone helper programs that don't belong to any larger tool — a peak counter, a certificate converter, a database setup script, a remote-file fetcher, and one unfinished stub. They share nothing except being small, single-purpose helpers. Think of them as the project's workshop drawer. No coding background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the set. Three are working tools you'd actually run, one is a personal developer helper, and one is an unfinished placeholder. We'll take them one at a time. The 'Status' column matters: not everything in a repository is finished or meant for general use, and it's important documentation says so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peakCount. During a process the pressure goes up and down, and counting those peaks is sometimes how you count cycles or events. This command-line tool reads pressure data files and counts the peaks, with options to tune how big a bump must be to count and to show a graph with the peaks marked. It uses a standard peak-finding algorithm plus extra logic to catch a peak right at the end of a run, which simple methods miss. There's a fuller graphical version in the NanofabToolkit.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gencert. The padlock in a browser comes from a certificate. They often arrive as a single combined .pfx file, but the server needs it as two separate .pem files. This script does that conversion, run by hand whenever the certificate is renewed. It writes the private key without a passphrase — which the server setup expects — so that key file must be kept somewhere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init_chem_db. The chemical inventory needs its database tables created before it can work. This script connects to PostgreSQL and runs the setup script that builds those tables and views. You run it once on a fresh server. Important caveat: the live inventory has gained extra columns and a table over time that this setup script doesn't yet create — so a brand-new database built from it alone would be missing a few pieces. The developer notes spell out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 be candid about. fetch_ssh.py is a personal developer tool that pulls one file off the server to compare against a local copy — useful to the developer, not meant for general use, with personal credentials baked in. NMonStore.py is an unfinished stub: it literally counts to five with a 'your code goes here' comment. It was the start of a monitor that was never completed; a future maintainer should finish or delete it. Documenting unfinished code honestly saves the next person from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meta-point. Every project has a drawer of small scripts, and an undocumented drawer is a trap for whoever inherits it. The value of this section is less the individual tools and more the honest status on each: what's solid, what's personal, and what's unfinished. That's exactly what a successor needs to avoid wasting time or trusting something half-built.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These are the project's miscellaneous helpers. Most work and do one job well; one is a personal dev tool; one is an unfinished stub. The one functional gap worth fixing is that the database setup script doesn't yet produce a complete database. The broader lesson is the value of documenting the odds and ends honestly.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UNANOFABTOOLS · TOOLS</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Utilities</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The workshop drawer: small helper programs for specific jobs.</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A plain-English walkthrough.</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five utilities at a glance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Utilities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2926080"/>
                <a:gridCol w="5212080"/>
                <a:gridCol w="274320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File</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Job</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Status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peakCount.py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Count peaks in pressure data</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Working</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gencert.py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Convert a certificate file for the server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Works (run by hand)</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init_chem_db.py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Create the chemical-database tables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Works (run once)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fetch_ssh.py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Developer helper to pull a file off the server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Dev only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NMonStore.py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Intended data-storing monitor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Unfinished stub</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peakCount.py — counting peaks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Utilities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Process pressures rise and fall, making 'peaks' in the data.</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Counting peaks can mean counting cycles or events in a run.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This reads a data file (or several) and counts the peaks for you.</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You can tune the sensitivity and optionally show a graph.</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gencert.py — the website's certificate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Utilities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secure site needs a certificate — the browser padlock.</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Certificates often arrive as one combined file (.pfx).</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server needs it split into two files (cert + key).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This script does that one-time conversion at renewal time.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init_chem_db.py — first-time database setup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Utilities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chemical inventory lives in a PostgreSQL database.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Its tables must be created before first use.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This script connects and runs the table-creation script.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You run it once when setting up the inventory on a new server.</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dev helper and the unfinished one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Utilities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640080"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fetch_ssh.py — dev only</a:t>
            </a:r>
            <a:endParaRPr lang="en-US" sz="1600" dirty="0"/>
          </a:p>
        </p:txBody>
      </p:sp>
      <p:sp>
        <p:nvSpPr>
          <p:cNvPr id="8" name="Text 6"/>
          <p:cNvSpPr/>
          <p:nvPr/>
        </p:nvSpPr>
        <p:spPr>
          <a:xfrm>
            <a:off x="640080"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Logs in to the server securely.</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Copies one file (the inventory code) down.</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A personal developer convenience, not for general use.</a:t>
            </a:r>
            <a:endParaRPr lang="en-US" sz="1350" dirty="0"/>
          </a:p>
        </p:txBody>
      </p:sp>
      <p:sp>
        <p:nvSpPr>
          <p:cNvPr id="9" name="Text 7"/>
          <p:cNvSpPr/>
          <p:nvPr/>
        </p:nvSpPr>
        <p:spPr>
          <a:xfrm>
            <a:off x="6323076"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NMonStore.py — unfinished</a:t>
            </a:r>
            <a:endParaRPr lang="en-US" sz="1600" dirty="0"/>
          </a:p>
        </p:txBody>
      </p:sp>
      <p:sp>
        <p:nvSpPr>
          <p:cNvPr id="10" name="Text 8"/>
          <p:cNvSpPr/>
          <p:nvPr/>
        </p:nvSpPr>
        <p:spPr>
          <a:xfrm>
            <a:off x="6323076"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A skeleton that was never completed.</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Just counts to five into a text file.</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Should be finished or removed.</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Why document the odds and ends?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Utilities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Every real project accumulates small helpers.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Knowing what each does — and which are unfinished — saves time.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It prevents a successor running a half-built script and trusting it.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status labels ('working', 'dev only', 'stub') are the key takeaway.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Utilities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Five small helpers: peak counter, cert converter, DB setup, file fetcher, a stub.</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Three are working tools; one is dev-only; one is unfinished.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init_chem_db doesn't yet build the full database — noted for fixing.</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Honest status labels matter as much as the tools themselves.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Utilities</dc:title>
  <dc:subject>PptxGenJS Presentation</dc:subject>
  <dc:creator>Faith</dc:creator>
  <cp:lastModifiedBy>Faith</cp:lastModifiedBy>
  <cp:revision>1</cp:revision>
  <dcterms:created xsi:type="dcterms:W3CDTF">2026-05-22T19:38:44Z</dcterms:created>
  <dcterms:modified xsi:type="dcterms:W3CDTF">2026-05-22T19:38:44Z</dcterms:modified>
</cp:coreProperties>
</file>